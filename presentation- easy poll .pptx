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embeddedFontLst>
    <p:embeddedFont>
      <p:font typeface="Bebas Neue"/>
      <p:regular r:id="rId30"/>
    </p:embeddedFont>
    <p:embeddedFont>
      <p:font typeface="Work Sans Medium"/>
      <p:regular r:id="rId31"/>
      <p:bold r:id="rId32"/>
      <p:italic r:id="rId33"/>
      <p:boldItalic r:id="rId34"/>
    </p:embeddedFont>
    <p:embeddedFont>
      <p:font typeface="Work Sans"/>
      <p:regular r:id="rId35"/>
      <p:bold r:id="rId36"/>
      <p:italic r:id="rId37"/>
      <p:boldItalic r:id="rId38"/>
    </p:embeddedFont>
    <p:embeddedFont>
      <p:font typeface="Work Sans SemiBold"/>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1344">
          <p15:clr>
            <a:srgbClr val="A4A3A4"/>
          </p15:clr>
        </p15:guide>
        <p15:guide id="4" pos="597">
          <p15:clr>
            <a:srgbClr val="A4A3A4"/>
          </p15:clr>
        </p15:guide>
        <p15:guide id="5" pos="3273">
          <p15:clr>
            <a:srgbClr val="A4A3A4"/>
          </p15:clr>
        </p15:guide>
        <p15:guide id="6" pos="3500">
          <p15:clr>
            <a:srgbClr val="A4A3A4"/>
          </p15:clr>
        </p15:guide>
        <p15:guide id="7" pos="6153">
          <p15:clr>
            <a:srgbClr val="A4A3A4"/>
          </p15:clr>
        </p15:guide>
      </p15:sldGuideLst>
    </p:ext>
    <p:ext uri="GoogleSlidesCustomDataVersion2">
      <go:slidesCustomData xmlns:go="http://customooxmlschemas.google.com/" r:id="rId43" roundtripDataSignature="AMtx7mgd6Ozs7kOQhgdg6IPzea0cqKsb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1344" orient="horz"/>
        <p:guide pos="597"/>
        <p:guide pos="3273"/>
        <p:guide pos="3500"/>
        <p:guide pos="615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WorkSansSemiBold-bold.fntdata"/><Relationship Id="rId20" Type="http://schemas.openxmlformats.org/officeDocument/2006/relationships/slide" Target="slides/slide14.xml"/><Relationship Id="rId42" Type="http://schemas.openxmlformats.org/officeDocument/2006/relationships/font" Target="fonts/WorkSansSemiBold-boldItalic.fntdata"/><Relationship Id="rId41" Type="http://schemas.openxmlformats.org/officeDocument/2006/relationships/font" Target="fonts/WorkSansSemiBold-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WorkSansMedium-regular.fntdata"/><Relationship Id="rId30" Type="http://schemas.openxmlformats.org/officeDocument/2006/relationships/font" Target="fonts/BebasNeue-regular.fntdata"/><Relationship Id="rId11" Type="http://schemas.openxmlformats.org/officeDocument/2006/relationships/slide" Target="slides/slide5.xml"/><Relationship Id="rId33" Type="http://schemas.openxmlformats.org/officeDocument/2006/relationships/font" Target="fonts/WorkSansMedium-italic.fntdata"/><Relationship Id="rId10" Type="http://schemas.openxmlformats.org/officeDocument/2006/relationships/slide" Target="slides/slide4.xml"/><Relationship Id="rId32" Type="http://schemas.openxmlformats.org/officeDocument/2006/relationships/font" Target="fonts/WorkSansMedium-bold.fntdata"/><Relationship Id="rId13" Type="http://schemas.openxmlformats.org/officeDocument/2006/relationships/slide" Target="slides/slide7.xml"/><Relationship Id="rId35" Type="http://schemas.openxmlformats.org/officeDocument/2006/relationships/font" Target="fonts/WorkSans-regular.fntdata"/><Relationship Id="rId12" Type="http://schemas.openxmlformats.org/officeDocument/2006/relationships/slide" Target="slides/slide6.xml"/><Relationship Id="rId34" Type="http://schemas.openxmlformats.org/officeDocument/2006/relationships/font" Target="fonts/WorkSansMedium-boldItalic.fntdata"/><Relationship Id="rId15" Type="http://schemas.openxmlformats.org/officeDocument/2006/relationships/slide" Target="slides/slide9.xml"/><Relationship Id="rId37" Type="http://schemas.openxmlformats.org/officeDocument/2006/relationships/font" Target="fonts/WorkSans-italic.fntdata"/><Relationship Id="rId14" Type="http://schemas.openxmlformats.org/officeDocument/2006/relationships/slide" Target="slides/slide8.xml"/><Relationship Id="rId36" Type="http://schemas.openxmlformats.org/officeDocument/2006/relationships/font" Target="fonts/WorkSans-bold.fntdata"/><Relationship Id="rId17" Type="http://schemas.openxmlformats.org/officeDocument/2006/relationships/slide" Target="slides/slide11.xml"/><Relationship Id="rId39" Type="http://schemas.openxmlformats.org/officeDocument/2006/relationships/font" Target="fonts/WorkSansSemiBold-regular.fntdata"/><Relationship Id="rId16" Type="http://schemas.openxmlformats.org/officeDocument/2006/relationships/slide" Target="slides/slide10.xml"/><Relationship Id="rId38" Type="http://schemas.openxmlformats.org/officeDocument/2006/relationships/font" Target="fonts/Work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latin typeface="Arial"/>
                <a:ea typeface="Arial"/>
                <a:cs typeface="Arial"/>
                <a:sym typeface="Arial"/>
              </a:rPr>
              <a:t>Hello everyone, today we are Group 6, and we are going to present our project </a:t>
            </a:r>
            <a:r>
              <a:rPr b="1" lang="sv-SE" sz="1100">
                <a:latin typeface="Arial"/>
                <a:ea typeface="Arial"/>
                <a:cs typeface="Arial"/>
                <a:sym typeface="Arial"/>
              </a:rPr>
              <a:t>Easy Poll</a:t>
            </a:r>
            <a:r>
              <a:rPr lang="sv-SE" sz="1100">
                <a:latin typeface="Arial"/>
                <a:ea typeface="Arial"/>
                <a:cs typeface="Arial"/>
                <a:sym typeface="Arial"/>
              </a:rPr>
              <a:t>.</a:t>
            </a:r>
            <a:endParaRPr/>
          </a:p>
        </p:txBody>
      </p:sp>
      <p:sp>
        <p:nvSpPr>
          <p:cNvPr id="124" name="Google Shape;1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6c82b38ce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first part is introduction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Easy Poll is a simple web-based polling application designed to support quick interaction in group settings.</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In this presentation, we will first give a short overview of the system, then walk through the main user flows, and finally share the results of our usability testing and what we learned from it.</a:t>
            </a:r>
            <a:endParaRPr/>
          </a:p>
        </p:txBody>
      </p:sp>
      <p:sp>
        <p:nvSpPr>
          <p:cNvPr id="130" name="Google Shape;130;g3b6c82b38ce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6c82b38ce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This slide presents the </a:t>
            </a:r>
            <a:r>
              <a:rPr b="1" lang="sv-SE" sz="1100">
                <a:latin typeface="Arial"/>
                <a:ea typeface="Arial"/>
                <a:cs typeface="Arial"/>
                <a:sym typeface="Arial"/>
              </a:rPr>
              <a:t>context assumptions</a:t>
            </a:r>
            <a:r>
              <a:rPr lang="sv-SE" sz="1100">
                <a:latin typeface="Arial"/>
                <a:ea typeface="Arial"/>
                <a:cs typeface="Arial"/>
                <a:sym typeface="Arial"/>
              </a:rPr>
              <a:t> for Easy Poll.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We assume that the system is mainly used in </a:t>
            </a:r>
            <a:r>
              <a:rPr b="1" lang="sv-SE" sz="1100">
                <a:latin typeface="Arial"/>
                <a:ea typeface="Arial"/>
                <a:cs typeface="Arial"/>
                <a:sym typeface="Arial"/>
              </a:rPr>
              <a:t>live, shared environments</a:t>
            </a:r>
            <a:r>
              <a:rPr lang="sv-SE" sz="1100">
                <a:latin typeface="Arial"/>
                <a:ea typeface="Arial"/>
                <a:cs typeface="Arial"/>
                <a:sym typeface="Arial"/>
              </a:rPr>
              <a:t>, where one person is presenting and others participate at the same time.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One common context is a </a:t>
            </a:r>
            <a:r>
              <a:rPr b="1" lang="sv-SE" sz="1100">
                <a:latin typeface="Arial"/>
                <a:ea typeface="Arial"/>
                <a:cs typeface="Arial"/>
                <a:sym typeface="Arial"/>
              </a:rPr>
              <a:t>quick quiz or knowledge check</a:t>
            </a:r>
            <a:r>
              <a:rPr lang="sv-SE" sz="1100">
                <a:latin typeface="Arial"/>
                <a:ea typeface="Arial"/>
                <a:cs typeface="Arial"/>
                <a:sym typeface="Arial"/>
              </a:rPr>
              <a:t>, for example during a lecture, a workshop, or a presentation. In this situation, the goal is not formal assessment, but rather to quickly check understanding or keep the audience engaged.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Another context is an </a:t>
            </a:r>
            <a:r>
              <a:rPr b="1" lang="sv-SE" sz="1100">
                <a:latin typeface="Arial"/>
                <a:ea typeface="Arial"/>
                <a:cs typeface="Arial"/>
                <a:sym typeface="Arial"/>
              </a:rPr>
              <a:t>introductory or team-based quiz activity</a:t>
            </a:r>
            <a:r>
              <a:rPr lang="sv-SE" sz="1100">
                <a:latin typeface="Arial"/>
                <a:ea typeface="Arial"/>
                <a:cs typeface="Arial"/>
                <a:sym typeface="Arial"/>
              </a:rPr>
              <a:t>, such as ice-breaking sessions or small group events. Here, the focus is on participation and interaction in a relaxed and informal setting.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Across these contexts, interactions are typically </a:t>
            </a:r>
            <a:r>
              <a:rPr b="1" lang="sv-SE" sz="1100">
                <a:latin typeface="Arial"/>
                <a:ea typeface="Arial"/>
                <a:cs typeface="Arial"/>
                <a:sym typeface="Arial"/>
              </a:rPr>
              <a:t>short and time-constrained</a:t>
            </a:r>
            <a:r>
              <a:rPr lang="sv-SE" sz="1100">
                <a:latin typeface="Arial"/>
                <a:ea typeface="Arial"/>
                <a:cs typeface="Arial"/>
                <a:sym typeface="Arial"/>
              </a:rPr>
              <a:t>, and users expect the system to work smoothly without interrupting the ongoing session.</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35" name="Google Shape;135;g3b6c82b38ce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6c82b38ce_0_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As for the user assumptions,</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We assume that Easy Poll is used by </a:t>
            </a:r>
            <a:r>
              <a:rPr b="1" lang="sv-SE" sz="1100">
                <a:latin typeface="Arial"/>
                <a:ea typeface="Arial"/>
                <a:cs typeface="Arial"/>
                <a:sym typeface="Arial"/>
              </a:rPr>
              <a:t>presenters and audience members during the same session</a:t>
            </a:r>
            <a:r>
              <a:rPr lang="sv-SE" sz="1100">
                <a:latin typeface="Arial"/>
                <a:ea typeface="Arial"/>
                <a:cs typeface="Arial"/>
                <a:sym typeface="Arial"/>
              </a:rPr>
              <a:t>, with clearly defined roles.</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Users are expected to have </a:t>
            </a:r>
            <a:r>
              <a:rPr b="1" lang="sv-SE" sz="1100">
                <a:latin typeface="Arial"/>
                <a:ea typeface="Arial"/>
                <a:cs typeface="Arial"/>
                <a:sym typeface="Arial"/>
              </a:rPr>
              <a:t>basic experience with smartphones or web applications</a:t>
            </a:r>
            <a:r>
              <a:rPr lang="sv-SE" sz="1100">
                <a:latin typeface="Arial"/>
                <a:ea typeface="Arial"/>
                <a:cs typeface="Arial"/>
                <a:sym typeface="Arial"/>
              </a:rPr>
              <a:t>, but no technical background is required.</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We also assume that </a:t>
            </a:r>
            <a:r>
              <a:rPr b="1" lang="sv-SE" sz="1100">
                <a:latin typeface="Arial"/>
                <a:ea typeface="Arial"/>
                <a:cs typeface="Arial"/>
                <a:sym typeface="Arial"/>
              </a:rPr>
              <a:t>no prior training is needed</a:t>
            </a:r>
            <a:r>
              <a:rPr lang="sv-SE" sz="1100">
                <a:latin typeface="Arial"/>
                <a:ea typeface="Arial"/>
                <a:cs typeface="Arial"/>
                <a:sym typeface="Arial"/>
              </a:rPr>
              <a:t>, and users should be able to understand the system immediately.</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Finally, users may access the system on </a:t>
            </a:r>
            <a:r>
              <a:rPr b="1" lang="sv-SE" sz="1100">
                <a:latin typeface="Arial"/>
                <a:ea typeface="Arial"/>
                <a:cs typeface="Arial"/>
                <a:sym typeface="Arial"/>
              </a:rPr>
              <a:t>either mobile devices or desktop computers</a:t>
            </a:r>
            <a:r>
              <a:rPr lang="sv-SE" sz="1100">
                <a:latin typeface="Arial"/>
                <a:ea typeface="Arial"/>
                <a:cs typeface="Arial"/>
                <a:sym typeface="Arial"/>
              </a:rPr>
              <a:t>, which is why the interface is designed to be responsive and device-independent.</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44" name="Google Shape;144;g3b6c82b38ce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6c82b38ce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b6c82b38ce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6c82b38ce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b6c82b38ce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6c82b38ce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b6c82b38ce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6c82b38ce_1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b6c82b38ce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6c82b38ce_1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b6c82b38ce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6c82b38ce_1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chose not to include a history feature because Easy Poll is meant for quick, one-off polls. Users can start or join a poll immediately without creating an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In our initial prototype, the admin view was only available on desktop, while the user view was designed mainly for mobile use. However, we later realized that this device restriction was unnecessary and could limit flexibility. In the final system, both admins and participants can use Easy Poll on either desktop or mobile, which provides a more consistent and accessible experience.</a:t>
            </a:r>
            <a:endParaRPr/>
          </a:p>
        </p:txBody>
      </p:sp>
      <p:sp>
        <p:nvSpPr>
          <p:cNvPr id="179" name="Google Shape;179;g3b6c82b38ce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6e3af8443_2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sv-SE"/>
              <a:t>In the initial prototype, the main action was labeled as “Save”, which was a bit unclear for users. In the final system, we replaced it with “Run poll”.</a:t>
            </a:r>
            <a:endParaRPr/>
          </a:p>
          <a:p>
            <a:pPr indent="0" lvl="0" marL="0" rtl="0" algn="l">
              <a:lnSpc>
                <a:spcPct val="115000"/>
              </a:lnSpc>
              <a:spcBef>
                <a:spcPts val="1200"/>
              </a:spcBef>
              <a:spcAft>
                <a:spcPts val="0"/>
              </a:spcAft>
              <a:buClr>
                <a:schemeClr val="dk1"/>
              </a:buClr>
              <a:buSzPts val="1100"/>
              <a:buFont typeface="Arial"/>
              <a:buNone/>
            </a:pPr>
            <a:r>
              <a:rPr lang="sv-SE"/>
              <a:t>We also removed the fixed four-option structure and allowed flexible option amounts, so users can design polls that better fit their actual needs.</a:t>
            </a:r>
            <a:endParaRPr/>
          </a:p>
          <a:p>
            <a:pPr indent="0" lvl="0" marL="0" rtl="0" algn="l">
              <a:spcBef>
                <a:spcPts val="1200"/>
              </a:spcBef>
              <a:spcAft>
                <a:spcPts val="0"/>
              </a:spcAft>
              <a:buNone/>
            </a:pPr>
            <a:r>
              <a:t/>
            </a:r>
            <a:endParaRPr/>
          </a:p>
        </p:txBody>
      </p:sp>
      <p:sp>
        <p:nvSpPr>
          <p:cNvPr id="187" name="Google Shape;187;g3b6e3af8443_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6e3af8443_2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 the final system, we also added a host view. This allows the host to monitor and control the poll in real time. Here we have lobby that shows how many people have joined, as well as the current question, participant answers, and the leaderboard.</a:t>
            </a:r>
            <a:endParaRPr/>
          </a:p>
        </p:txBody>
      </p:sp>
      <p:sp>
        <p:nvSpPr>
          <p:cNvPr id="195" name="Google Shape;195;g3b6e3af8443_2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6e3af8443_2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b6e3af8443_2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6e3af8443_2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b6e3af8443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6e3af8443_2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b6e3af8443_2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6c82b38ce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b6c82b38ce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b6c82b38ce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b6c82b38ce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b6c82b38ce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b6c82b38ce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6e3af8443_3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I’ll show a brief overview for Usability Test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The test was conducted with </a:t>
            </a:r>
            <a:r>
              <a:rPr b="1" lang="sv-SE" sz="1100">
                <a:latin typeface="Arial"/>
                <a:ea typeface="Arial"/>
                <a:cs typeface="Arial"/>
                <a:sym typeface="Arial"/>
              </a:rPr>
              <a:t>four participants</a:t>
            </a:r>
            <a:r>
              <a:rPr lang="sv-SE" sz="1100">
                <a:latin typeface="Arial"/>
                <a:ea typeface="Arial"/>
                <a:cs typeface="Arial"/>
                <a:sym typeface="Arial"/>
              </a:rPr>
              <a:t>, using both a </a:t>
            </a:r>
            <a:r>
              <a:rPr b="1" lang="sv-SE" sz="1100">
                <a:latin typeface="Arial"/>
                <a:ea typeface="Arial"/>
                <a:cs typeface="Arial"/>
                <a:sym typeface="Arial"/>
              </a:rPr>
              <a:t>desktop web interface</a:t>
            </a:r>
            <a:r>
              <a:rPr lang="sv-SE" sz="1100">
                <a:latin typeface="Arial"/>
                <a:ea typeface="Arial"/>
                <a:cs typeface="Arial"/>
                <a:sym typeface="Arial"/>
              </a:rPr>
              <a:t> and a </a:t>
            </a:r>
            <a:r>
              <a:rPr b="1" lang="sv-SE" sz="1100">
                <a:latin typeface="Arial"/>
                <a:ea typeface="Arial"/>
                <a:cs typeface="Arial"/>
                <a:sym typeface="Arial"/>
              </a:rPr>
              <a:t>mobile-sized interface</a:t>
            </a:r>
            <a:r>
              <a:rPr lang="sv-SE" sz="1100">
                <a:latin typeface="Arial"/>
                <a:ea typeface="Arial"/>
                <a:cs typeface="Arial"/>
                <a:sym typeface="Arial"/>
              </a:rPr>
              <a:t> simulated in the browser.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Due to technical limitations we can only run our project locally. So all the participants performed </a:t>
            </a:r>
            <a:r>
              <a:rPr b="1" lang="sv-SE" sz="1100">
                <a:latin typeface="Arial"/>
                <a:ea typeface="Arial"/>
                <a:cs typeface="Arial"/>
                <a:sym typeface="Arial"/>
              </a:rPr>
              <a:t>both presenter and audience roles</a:t>
            </a:r>
            <a:r>
              <a:rPr lang="sv-SE"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The test focused on </a:t>
            </a:r>
            <a:r>
              <a:rPr b="1" lang="sv-SE" sz="1100">
                <a:latin typeface="Arial"/>
                <a:ea typeface="Arial"/>
                <a:cs typeface="Arial"/>
                <a:sym typeface="Arial"/>
              </a:rPr>
              <a:t>core tasks</a:t>
            </a:r>
            <a:r>
              <a:rPr lang="sv-SE" sz="1100">
                <a:latin typeface="Arial"/>
                <a:ea typeface="Arial"/>
                <a:cs typeface="Arial"/>
                <a:sym typeface="Arial"/>
              </a:rPr>
              <a:t>, including editing profile, creating quizzes, joining with a code, answering questions, and viewing results.</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247" name="Google Shape;247;g3b6e3af8443_3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6e3af8443_3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And here are the key findings.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Overall, participants were able to </a:t>
            </a:r>
            <a:r>
              <a:rPr b="1" lang="sv-SE" sz="1100">
                <a:latin typeface="Arial"/>
                <a:ea typeface="Arial"/>
                <a:cs typeface="Arial"/>
                <a:sym typeface="Arial"/>
              </a:rPr>
              <a:t>successfully complete all core tasks</a:t>
            </a:r>
            <a:r>
              <a:rPr lang="sv-SE" sz="1100">
                <a:latin typeface="Arial"/>
                <a:ea typeface="Arial"/>
                <a:cs typeface="Arial"/>
                <a:sym typeface="Arial"/>
              </a:rPr>
              <a:t> on both the web and mobile interfaces. Creating and participating in a poll was generally smooth, and users could understand the basic workflow without external assistance.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The </a:t>
            </a:r>
            <a:r>
              <a:rPr b="1" lang="sv-SE" sz="1100">
                <a:latin typeface="Arial"/>
                <a:ea typeface="Arial"/>
                <a:cs typeface="Arial"/>
                <a:sym typeface="Arial"/>
              </a:rPr>
              <a:t>web interface performed particularly well</a:t>
            </a:r>
            <a:r>
              <a:rPr lang="sv-SE" sz="1100">
                <a:latin typeface="Arial"/>
                <a:ea typeface="Arial"/>
                <a:cs typeface="Arial"/>
                <a:sym typeface="Arial"/>
              </a:rPr>
              <a:t>, as participants could immediately locate the main actions and proceed without hesitation.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On the </a:t>
            </a:r>
            <a:r>
              <a:rPr b="1" lang="sv-SE" sz="1100">
                <a:latin typeface="Arial"/>
                <a:ea typeface="Arial"/>
                <a:cs typeface="Arial"/>
                <a:sym typeface="Arial"/>
              </a:rPr>
              <a:t>mobile interface</a:t>
            </a:r>
            <a:r>
              <a:rPr lang="sv-SE" sz="1100">
                <a:latin typeface="Arial"/>
                <a:ea typeface="Arial"/>
                <a:cs typeface="Arial"/>
                <a:sym typeface="Arial"/>
              </a:rPr>
              <a:t>, however, some usability issues were observed. Participants initially experienced small delays because the main entry buttons were positioned lower on the page and required scrolling to become visible.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During poll creation, one participant hesitated when trying to create a multiple-choice question, as only single-choice questions were supported.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Additionally, during quiz participation, some users expected the system to automatically move to the next question once all answers were submitted. However, in the current system, the quiz always waits for the countdown timer to finish.</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253" name="Google Shape;253;g3b6e3af8443_3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6e3af8443_3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Based on the usability test results, we identified several possible improvements.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These include improving the visibility of main actions on mobile devices, and supporting more flexible question creation, such as multiple-choice and image-based questions.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We also see a need for clearer feedback during timed transitions.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sv-SE" sz="1100">
                <a:latin typeface="Arial"/>
                <a:ea typeface="Arial"/>
                <a:cs typeface="Arial"/>
                <a:sym typeface="Arial"/>
              </a:rPr>
              <a:t>Finally, offering access to user history and past quiz records could help users review previous interactions and improve the overall experience.</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381000" marR="38100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259" name="Google Shape;259;g3b6e3af8443_3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6c82b38ce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b6c82b38ce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showMasterSp="0">
  <p:cSld name="Titel">
    <p:bg>
      <p:bgPr>
        <a:solidFill>
          <a:schemeClr val="lt1"/>
        </a:solidFill>
      </p:bgPr>
    </p:bg>
    <p:spTree>
      <p:nvGrpSpPr>
        <p:cNvPr id="16" name="Shape 16"/>
        <p:cNvGrpSpPr/>
        <p:nvPr/>
      </p:nvGrpSpPr>
      <p:grpSpPr>
        <a:xfrm>
          <a:off x="0" y="0"/>
          <a:ext cx="0" cy="0"/>
          <a:chOff x="0" y="0"/>
          <a:chExt cx="0" cy="0"/>
        </a:xfrm>
      </p:grpSpPr>
      <p:sp>
        <p:nvSpPr>
          <p:cNvPr id="17" name="Google Shape;17;p15"/>
          <p:cNvSpPr txBox="1"/>
          <p:nvPr>
            <p:ph type="ctrTitle"/>
          </p:nvPr>
        </p:nvSpPr>
        <p:spPr>
          <a:xfrm>
            <a:off x="1695853" y="3571875"/>
            <a:ext cx="8798701" cy="1654175"/>
          </a:xfrm>
          <a:prstGeom prst="rect">
            <a:avLst/>
          </a:prstGeom>
          <a:noFill/>
          <a:ln>
            <a:noFill/>
          </a:ln>
        </p:spPr>
        <p:txBody>
          <a:bodyPr anchorCtr="0" anchor="ctr" bIns="45700" lIns="91425" spcFirstLastPara="1" rIns="91425" wrap="square" tIns="108000">
            <a:noAutofit/>
          </a:bodyPr>
          <a:lstStyle>
            <a:lvl1pPr lvl="0" algn="ctr">
              <a:lnSpc>
                <a:spcPct val="80000"/>
              </a:lnSpc>
              <a:spcBef>
                <a:spcPts val="0"/>
              </a:spcBef>
              <a:spcAft>
                <a:spcPts val="0"/>
              </a:spcAft>
              <a:buClr>
                <a:schemeClr val="dk1"/>
              </a:buClr>
              <a:buSzPts val="4800"/>
              <a:buFont typeface="Work Sans"/>
              <a:buNone/>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subTitle"/>
          </p:nvPr>
        </p:nvSpPr>
        <p:spPr>
          <a:xfrm>
            <a:off x="2132013" y="5388994"/>
            <a:ext cx="7926387" cy="461962"/>
          </a:xfrm>
          <a:prstGeom prst="rect">
            <a:avLst/>
          </a:prstGeom>
          <a:noFill/>
          <a:ln>
            <a:noFill/>
          </a:ln>
        </p:spPr>
        <p:txBody>
          <a:bodyPr anchorCtr="0" anchor="t" bIns="45700" lIns="91425" spcFirstLastPara="1" rIns="91425" wrap="square" tIns="45700">
            <a:normAutofit/>
          </a:bodyPr>
          <a:lstStyle>
            <a:lvl1pPr lvl="0" algn="ctr">
              <a:lnSpc>
                <a:spcPct val="105999"/>
              </a:lnSpc>
              <a:spcBef>
                <a:spcPts val="300"/>
              </a:spcBef>
              <a:spcAft>
                <a:spcPts val="0"/>
              </a:spcAft>
              <a:buClr>
                <a:schemeClr val="dk1"/>
              </a:buClr>
              <a:buSzPts val="2000"/>
              <a:buNone/>
              <a:defRPr sz="2000">
                <a:solidFill>
                  <a:schemeClr val="dk1"/>
                </a:solidFill>
              </a:defRPr>
            </a:lvl1pPr>
            <a:lvl2pPr lvl="1" algn="ctr">
              <a:lnSpc>
                <a:spcPct val="90000"/>
              </a:lnSpc>
              <a:spcBef>
                <a:spcPts val="500"/>
              </a:spcBef>
              <a:spcAft>
                <a:spcPts val="0"/>
              </a:spcAft>
              <a:buClr>
                <a:srgbClr val="FEFEFE"/>
              </a:buClr>
              <a:buSzPts val="2000"/>
              <a:buNone/>
              <a:defRPr sz="2000"/>
            </a:lvl2pPr>
            <a:lvl3pPr lvl="2" algn="ctr">
              <a:lnSpc>
                <a:spcPct val="90000"/>
              </a:lnSpc>
              <a:spcBef>
                <a:spcPts val="500"/>
              </a:spcBef>
              <a:spcAft>
                <a:spcPts val="0"/>
              </a:spcAft>
              <a:buClr>
                <a:srgbClr val="FEFEFE"/>
              </a:buClr>
              <a:buSzPts val="1800"/>
              <a:buNone/>
              <a:defRPr sz="1800"/>
            </a:lvl3pPr>
            <a:lvl4pPr lvl="3" algn="ctr">
              <a:lnSpc>
                <a:spcPct val="90000"/>
              </a:lnSpc>
              <a:spcBef>
                <a:spcPts val="500"/>
              </a:spcBef>
              <a:spcAft>
                <a:spcPts val="0"/>
              </a:spcAft>
              <a:buClr>
                <a:srgbClr val="FEFEFE"/>
              </a:buClr>
              <a:buSzPts val="1600"/>
              <a:buNone/>
              <a:defRPr sz="1600"/>
            </a:lvl4pPr>
            <a:lvl5pPr lvl="4" algn="ctr">
              <a:lnSpc>
                <a:spcPct val="90000"/>
              </a:lnSpc>
              <a:spcBef>
                <a:spcPts val="500"/>
              </a:spcBef>
              <a:spcAft>
                <a:spcPts val="0"/>
              </a:spcAft>
              <a:buClr>
                <a:srgbClr val="FEFEFE"/>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pic>
        <p:nvPicPr>
          <p:cNvPr id="19" name="Google Shape;19;p15"/>
          <p:cNvPicPr preferRelativeResize="0"/>
          <p:nvPr/>
        </p:nvPicPr>
        <p:blipFill rotWithShape="1">
          <a:blip r:embed="rId2">
            <a:alphaModFix/>
          </a:blip>
          <a:srcRect b="0" l="0" r="0" t="0"/>
          <a:stretch/>
        </p:blipFill>
        <p:spPr>
          <a:xfrm>
            <a:off x="5225244" y="1007044"/>
            <a:ext cx="1739917" cy="1654175"/>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p:cSld name="Rubrik och innehåll">
    <p:spTree>
      <p:nvGrpSpPr>
        <p:cNvPr id="27" name="Shape 27"/>
        <p:cNvGrpSpPr/>
        <p:nvPr/>
      </p:nvGrpSpPr>
      <p:grpSpPr>
        <a:xfrm>
          <a:off x="0" y="0"/>
          <a:ext cx="0" cy="0"/>
          <a:chOff x="0" y="0"/>
          <a:chExt cx="0" cy="0"/>
        </a:xfrm>
      </p:grpSpPr>
      <p:sp>
        <p:nvSpPr>
          <p:cNvPr id="28" name="Google Shape;28;p16"/>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6"/>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6"/>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31" name="Google Shape;31;p16"/>
          <p:cNvSpPr txBox="1"/>
          <p:nvPr>
            <p:ph type="title"/>
          </p:nvPr>
        </p:nvSpPr>
        <p:spPr>
          <a:xfrm>
            <a:off x="947738" y="836613"/>
            <a:ext cx="9472971" cy="716142"/>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6"/>
          <p:cNvSpPr txBox="1"/>
          <p:nvPr>
            <p:ph idx="1" type="body"/>
          </p:nvPr>
        </p:nvSpPr>
        <p:spPr>
          <a:xfrm>
            <a:off x="947738" y="1776413"/>
            <a:ext cx="9472971" cy="4244974"/>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ch bild">
  <p:cSld name="Text och bild">
    <p:spTree>
      <p:nvGrpSpPr>
        <p:cNvPr id="33" name="Shape 33"/>
        <p:cNvGrpSpPr/>
        <p:nvPr/>
      </p:nvGrpSpPr>
      <p:grpSpPr>
        <a:xfrm>
          <a:off x="0" y="0"/>
          <a:ext cx="0" cy="0"/>
          <a:chOff x="0" y="0"/>
          <a:chExt cx="0" cy="0"/>
        </a:xfrm>
      </p:grpSpPr>
      <p:sp>
        <p:nvSpPr>
          <p:cNvPr id="34" name="Google Shape;34;p17"/>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7"/>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37" name="Google Shape;37;p17"/>
          <p:cNvSpPr/>
          <p:nvPr>
            <p:ph idx="2" type="pic"/>
          </p:nvPr>
        </p:nvSpPr>
        <p:spPr>
          <a:xfrm>
            <a:off x="-795" y="0"/>
            <a:ext cx="6096000" cy="6858000"/>
          </a:xfrm>
          <a:prstGeom prst="rect">
            <a:avLst/>
          </a:prstGeom>
          <a:noFill/>
          <a:ln>
            <a:noFill/>
          </a:ln>
        </p:spPr>
      </p:sp>
      <p:sp>
        <p:nvSpPr>
          <p:cNvPr id="38" name="Google Shape;38;p17"/>
          <p:cNvSpPr txBox="1"/>
          <p:nvPr>
            <p:ph type="title"/>
          </p:nvPr>
        </p:nvSpPr>
        <p:spPr>
          <a:xfrm>
            <a:off x="6743700" y="836613"/>
            <a:ext cx="4114800" cy="1459243"/>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7"/>
          <p:cNvSpPr txBox="1"/>
          <p:nvPr>
            <p:ph idx="1" type="body"/>
          </p:nvPr>
        </p:nvSpPr>
        <p:spPr>
          <a:xfrm>
            <a:off x="6743700" y="2024063"/>
            <a:ext cx="4114800" cy="1910751"/>
          </a:xfrm>
          <a:prstGeom prst="rect">
            <a:avLst/>
          </a:prstGeom>
          <a:noFill/>
          <a:ln>
            <a:noFill/>
          </a:ln>
        </p:spPr>
        <p:txBody>
          <a:bodyPr anchorCtr="0" anchor="t" bIns="45700" lIns="91425" spcFirstLastPara="1" rIns="91425" wrap="square" tIns="45700">
            <a:noAutofit/>
          </a:bodyPr>
          <a:lstStyle>
            <a:lvl1pPr indent="-228600" lvl="0" marL="457200" algn="l">
              <a:lnSpc>
                <a:spcPct val="132500"/>
              </a:lnSpc>
              <a:spcBef>
                <a:spcPts val="300"/>
              </a:spcBef>
              <a:spcAft>
                <a:spcPts val="0"/>
              </a:spcAft>
              <a:buClr>
                <a:srgbClr val="595959"/>
              </a:buClr>
              <a:buSzPts val="1600"/>
              <a:buFont typeface="Work Sans"/>
              <a:buNone/>
              <a:defRPr sz="1600">
                <a:solidFill>
                  <a:srgbClr val="595959"/>
                </a:solidFill>
              </a:defRPr>
            </a:lvl1pPr>
            <a:lvl2pPr indent="-228600" lvl="1" marL="914400" algn="l">
              <a:lnSpc>
                <a:spcPct val="90000"/>
              </a:lnSpc>
              <a:spcBef>
                <a:spcPts val="500"/>
              </a:spcBef>
              <a:spcAft>
                <a:spcPts val="0"/>
              </a:spcAft>
              <a:buClr>
                <a:srgbClr val="595959"/>
              </a:buClr>
              <a:buSzPts val="1400"/>
              <a:buFont typeface="Work Sans"/>
              <a:buNone/>
              <a:defRPr sz="1400">
                <a:solidFill>
                  <a:srgbClr val="595959"/>
                </a:solidFill>
              </a:defRPr>
            </a:lvl2pPr>
            <a:lvl3pPr indent="-228600" lvl="2" marL="1371600" algn="l">
              <a:lnSpc>
                <a:spcPct val="90000"/>
              </a:lnSpc>
              <a:spcBef>
                <a:spcPts val="500"/>
              </a:spcBef>
              <a:spcAft>
                <a:spcPts val="0"/>
              </a:spcAft>
              <a:buClr>
                <a:srgbClr val="595959"/>
              </a:buClr>
              <a:buSzPts val="1200"/>
              <a:buFont typeface="Work Sans"/>
              <a:buNone/>
              <a:defRPr sz="1200">
                <a:solidFill>
                  <a:srgbClr val="595959"/>
                </a:solidFill>
              </a:defRPr>
            </a:lvl3pPr>
            <a:lvl4pPr indent="-228600" lvl="3" marL="1828800" algn="l">
              <a:lnSpc>
                <a:spcPct val="90000"/>
              </a:lnSpc>
              <a:spcBef>
                <a:spcPts val="500"/>
              </a:spcBef>
              <a:spcAft>
                <a:spcPts val="0"/>
              </a:spcAft>
              <a:buClr>
                <a:srgbClr val="595959"/>
              </a:buClr>
              <a:buSzPts val="1000"/>
              <a:buFont typeface="Work Sans"/>
              <a:buNone/>
              <a:defRPr sz="1000">
                <a:solidFill>
                  <a:srgbClr val="595959"/>
                </a:solidFill>
              </a:defRPr>
            </a:lvl4pPr>
            <a:lvl5pPr indent="-228600" lvl="4" marL="2286000" algn="l">
              <a:lnSpc>
                <a:spcPct val="90000"/>
              </a:lnSpc>
              <a:spcBef>
                <a:spcPts val="500"/>
              </a:spcBef>
              <a:spcAft>
                <a:spcPts val="0"/>
              </a:spcAft>
              <a:buClr>
                <a:srgbClr val="595959"/>
              </a:buClr>
              <a:buSzPts val="1000"/>
              <a:buFont typeface="Work Sans"/>
              <a:buNone/>
              <a:defRPr sz="1000">
                <a:solidFill>
                  <a:srgbClr val="595959"/>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bild">
  <p:cSld name="Titel, bild">
    <p:spTree>
      <p:nvGrpSpPr>
        <p:cNvPr id="40" name="Shape 40"/>
        <p:cNvGrpSpPr/>
        <p:nvPr/>
      </p:nvGrpSpPr>
      <p:grpSpPr>
        <a:xfrm>
          <a:off x="0" y="0"/>
          <a:ext cx="0" cy="0"/>
          <a:chOff x="0" y="0"/>
          <a:chExt cx="0" cy="0"/>
        </a:xfrm>
      </p:grpSpPr>
      <p:sp>
        <p:nvSpPr>
          <p:cNvPr id="41" name="Google Shape;41;p18"/>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8"/>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44" name="Google Shape;44;p18"/>
          <p:cNvSpPr/>
          <p:nvPr>
            <p:ph idx="2" type="pic"/>
          </p:nvPr>
        </p:nvSpPr>
        <p:spPr>
          <a:xfrm>
            <a:off x="-795" y="0"/>
            <a:ext cx="6096000" cy="6858000"/>
          </a:xfrm>
          <a:prstGeom prst="rect">
            <a:avLst/>
          </a:prstGeom>
          <a:noFill/>
          <a:ln>
            <a:noFill/>
          </a:ln>
        </p:spPr>
      </p:sp>
      <p:sp>
        <p:nvSpPr>
          <p:cNvPr id="45" name="Google Shape;45;p18"/>
          <p:cNvSpPr txBox="1"/>
          <p:nvPr>
            <p:ph type="title"/>
          </p:nvPr>
        </p:nvSpPr>
        <p:spPr>
          <a:xfrm>
            <a:off x="6743700" y="1844674"/>
            <a:ext cx="4114800" cy="1459243"/>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8"/>
          <p:cNvSpPr txBox="1"/>
          <p:nvPr>
            <p:ph idx="1" type="body"/>
          </p:nvPr>
        </p:nvSpPr>
        <p:spPr>
          <a:xfrm>
            <a:off x="6743700" y="3429000"/>
            <a:ext cx="4114800" cy="1910751"/>
          </a:xfrm>
          <a:prstGeom prst="rect">
            <a:avLst/>
          </a:prstGeom>
          <a:noFill/>
          <a:ln>
            <a:noFill/>
          </a:ln>
        </p:spPr>
        <p:txBody>
          <a:bodyPr anchorCtr="0" anchor="t" bIns="45700" lIns="91425" spcFirstLastPara="1" rIns="91425" wrap="square" tIns="45700">
            <a:noAutofit/>
          </a:bodyPr>
          <a:lstStyle>
            <a:lvl1pPr indent="-228600" lvl="0" marL="457200" algn="l">
              <a:lnSpc>
                <a:spcPct val="131111"/>
              </a:lnSpc>
              <a:spcBef>
                <a:spcPts val="0"/>
              </a:spcBef>
              <a:spcAft>
                <a:spcPts val="0"/>
              </a:spcAft>
              <a:buClr>
                <a:srgbClr val="595959"/>
              </a:buClr>
              <a:buSzPts val="1800"/>
              <a:buFont typeface="Work Sans"/>
              <a:buNone/>
              <a:defRPr sz="1800">
                <a:solidFill>
                  <a:srgbClr val="595959"/>
                </a:solidFill>
              </a:defRPr>
            </a:lvl1pPr>
            <a:lvl2pPr indent="-228600" lvl="1" marL="914400" algn="l">
              <a:lnSpc>
                <a:spcPct val="90000"/>
              </a:lnSpc>
              <a:spcBef>
                <a:spcPts val="500"/>
              </a:spcBef>
              <a:spcAft>
                <a:spcPts val="0"/>
              </a:spcAft>
              <a:buClr>
                <a:srgbClr val="595959"/>
              </a:buClr>
              <a:buSzPts val="1400"/>
              <a:buFont typeface="Work Sans"/>
              <a:buNone/>
              <a:defRPr sz="1400">
                <a:solidFill>
                  <a:srgbClr val="595959"/>
                </a:solidFill>
              </a:defRPr>
            </a:lvl2pPr>
            <a:lvl3pPr indent="-228600" lvl="2" marL="1371600" algn="l">
              <a:lnSpc>
                <a:spcPct val="90000"/>
              </a:lnSpc>
              <a:spcBef>
                <a:spcPts val="500"/>
              </a:spcBef>
              <a:spcAft>
                <a:spcPts val="0"/>
              </a:spcAft>
              <a:buClr>
                <a:srgbClr val="595959"/>
              </a:buClr>
              <a:buSzPts val="1200"/>
              <a:buFont typeface="Work Sans"/>
              <a:buNone/>
              <a:defRPr sz="1200">
                <a:solidFill>
                  <a:srgbClr val="595959"/>
                </a:solidFill>
              </a:defRPr>
            </a:lvl3pPr>
            <a:lvl4pPr indent="-228600" lvl="3" marL="1828800" algn="l">
              <a:lnSpc>
                <a:spcPct val="90000"/>
              </a:lnSpc>
              <a:spcBef>
                <a:spcPts val="500"/>
              </a:spcBef>
              <a:spcAft>
                <a:spcPts val="0"/>
              </a:spcAft>
              <a:buClr>
                <a:srgbClr val="595959"/>
              </a:buClr>
              <a:buSzPts val="1000"/>
              <a:buFont typeface="Work Sans"/>
              <a:buNone/>
              <a:defRPr sz="1000">
                <a:solidFill>
                  <a:srgbClr val="595959"/>
                </a:solidFill>
              </a:defRPr>
            </a:lvl4pPr>
            <a:lvl5pPr indent="-228600" lvl="4" marL="2286000" algn="l">
              <a:lnSpc>
                <a:spcPct val="90000"/>
              </a:lnSpc>
              <a:spcBef>
                <a:spcPts val="500"/>
              </a:spcBef>
              <a:spcAft>
                <a:spcPts val="0"/>
              </a:spcAft>
              <a:buClr>
                <a:srgbClr val="595959"/>
              </a:buClr>
              <a:buSzPts val="1000"/>
              <a:buFont typeface="Work Sans"/>
              <a:buNone/>
              <a:defRPr sz="1000">
                <a:solidFill>
                  <a:srgbClr val="595959"/>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orient="horz" pos="186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delar">
  <p:cSld name="Två delar">
    <p:spTree>
      <p:nvGrpSpPr>
        <p:cNvPr id="47" name="Shape 47"/>
        <p:cNvGrpSpPr/>
        <p:nvPr/>
      </p:nvGrpSpPr>
      <p:grpSpPr>
        <a:xfrm>
          <a:off x="0" y="0"/>
          <a:ext cx="0" cy="0"/>
          <a:chOff x="0" y="0"/>
          <a:chExt cx="0" cy="0"/>
        </a:xfrm>
      </p:grpSpPr>
      <p:sp>
        <p:nvSpPr>
          <p:cNvPr id="48" name="Google Shape;48;p19"/>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9"/>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51" name="Google Shape;51;p19"/>
          <p:cNvSpPr txBox="1"/>
          <p:nvPr>
            <p:ph type="title"/>
          </p:nvPr>
        </p:nvSpPr>
        <p:spPr>
          <a:xfrm>
            <a:off x="947739" y="836613"/>
            <a:ext cx="8196262" cy="1311364"/>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9"/>
          <p:cNvSpPr txBox="1"/>
          <p:nvPr>
            <p:ph idx="1" type="body"/>
          </p:nvPr>
        </p:nvSpPr>
        <p:spPr>
          <a:xfrm>
            <a:off x="947738" y="2528888"/>
            <a:ext cx="4559300" cy="2577950"/>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9"/>
          <p:cNvSpPr txBox="1"/>
          <p:nvPr>
            <p:ph idx="2" type="body"/>
          </p:nvPr>
        </p:nvSpPr>
        <p:spPr>
          <a:xfrm>
            <a:off x="6089081" y="2528888"/>
            <a:ext cx="4559300" cy="2577950"/>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p:cSld name="Jämförelse">
    <p:spTree>
      <p:nvGrpSpPr>
        <p:cNvPr id="54" name="Shape 54"/>
        <p:cNvGrpSpPr/>
        <p:nvPr/>
      </p:nvGrpSpPr>
      <p:grpSpPr>
        <a:xfrm>
          <a:off x="0" y="0"/>
          <a:ext cx="0" cy="0"/>
          <a:chOff x="0" y="0"/>
          <a:chExt cx="0" cy="0"/>
        </a:xfrm>
      </p:grpSpPr>
      <p:sp>
        <p:nvSpPr>
          <p:cNvPr id="55" name="Google Shape;55;p20"/>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58" name="Google Shape;58;p20"/>
          <p:cNvSpPr txBox="1"/>
          <p:nvPr>
            <p:ph idx="1" type="body"/>
          </p:nvPr>
        </p:nvSpPr>
        <p:spPr>
          <a:xfrm>
            <a:off x="947738" y="2024063"/>
            <a:ext cx="4262617" cy="37639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0"/>
          <p:cNvSpPr txBox="1"/>
          <p:nvPr>
            <p:ph idx="2" type="body"/>
          </p:nvPr>
        </p:nvSpPr>
        <p:spPr>
          <a:xfrm>
            <a:off x="5519738" y="2024063"/>
            <a:ext cx="4262617" cy="37639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0"/>
          <p:cNvSpPr txBox="1"/>
          <p:nvPr>
            <p:ph type="title"/>
          </p:nvPr>
        </p:nvSpPr>
        <p:spPr>
          <a:xfrm>
            <a:off x="947738" y="836612"/>
            <a:ext cx="4262617" cy="1052573"/>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0"/>
          <p:cNvSpPr txBox="1"/>
          <p:nvPr>
            <p:ph idx="3" type="body"/>
          </p:nvPr>
        </p:nvSpPr>
        <p:spPr>
          <a:xfrm>
            <a:off x="5519738" y="905624"/>
            <a:ext cx="4262437" cy="1052512"/>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0"/>
              </a:spcBef>
              <a:spcAft>
                <a:spcPts val="0"/>
              </a:spcAft>
              <a:buClr>
                <a:schemeClr val="dk1"/>
              </a:buClr>
              <a:buSzPts val="3200"/>
              <a:buNone/>
              <a:defRPr sz="3200">
                <a:solidFill>
                  <a:schemeClr val="dk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två bilder">
  <p:cSld name="Rubrik och två bilder">
    <p:spTree>
      <p:nvGrpSpPr>
        <p:cNvPr id="62" name="Shape 62"/>
        <p:cNvGrpSpPr/>
        <p:nvPr/>
      </p:nvGrpSpPr>
      <p:grpSpPr>
        <a:xfrm>
          <a:off x="0" y="0"/>
          <a:ext cx="0" cy="0"/>
          <a:chOff x="0" y="0"/>
          <a:chExt cx="0" cy="0"/>
        </a:xfrm>
      </p:grpSpPr>
      <p:sp>
        <p:nvSpPr>
          <p:cNvPr id="63" name="Google Shape;63;p21"/>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1"/>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66" name="Google Shape;66;p21"/>
          <p:cNvSpPr txBox="1"/>
          <p:nvPr>
            <p:ph type="title"/>
          </p:nvPr>
        </p:nvSpPr>
        <p:spPr>
          <a:xfrm>
            <a:off x="947739" y="836613"/>
            <a:ext cx="8196262" cy="1311364"/>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6089650" y="2035175"/>
            <a:ext cx="4559300" cy="2973266"/>
          </a:xfrm>
          <a:prstGeom prst="rect">
            <a:avLst/>
          </a:prstGeom>
          <a:noFill/>
          <a:ln>
            <a:noFill/>
          </a:ln>
        </p:spPr>
      </p:sp>
      <p:sp>
        <p:nvSpPr>
          <p:cNvPr id="68" name="Google Shape;68;p21"/>
          <p:cNvSpPr/>
          <p:nvPr>
            <p:ph idx="3" type="pic"/>
          </p:nvPr>
        </p:nvSpPr>
        <p:spPr>
          <a:xfrm>
            <a:off x="947738" y="2024063"/>
            <a:ext cx="4572000" cy="2989262"/>
          </a:xfrm>
          <a:prstGeom prst="rect">
            <a:avLst/>
          </a:prstGeom>
          <a:noFill/>
          <a:ln>
            <a:noFill/>
          </a:ln>
        </p:spPr>
      </p:sp>
      <p:sp>
        <p:nvSpPr>
          <p:cNvPr id="69" name="Google Shape;69;p21"/>
          <p:cNvSpPr txBox="1"/>
          <p:nvPr>
            <p:ph idx="1" type="body"/>
          </p:nvPr>
        </p:nvSpPr>
        <p:spPr>
          <a:xfrm>
            <a:off x="947738" y="5192713"/>
            <a:ext cx="4572000" cy="9064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21"/>
          <p:cNvSpPr txBox="1"/>
          <p:nvPr>
            <p:ph idx="4" type="body"/>
          </p:nvPr>
        </p:nvSpPr>
        <p:spPr>
          <a:xfrm>
            <a:off x="6089081" y="5192713"/>
            <a:ext cx="4572000" cy="9064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2 bilder">
  <p:cSld name="Rubrik och 2 bilder">
    <p:spTree>
      <p:nvGrpSpPr>
        <p:cNvPr id="71" name="Shape 71"/>
        <p:cNvGrpSpPr/>
        <p:nvPr/>
      </p:nvGrpSpPr>
      <p:grpSpPr>
        <a:xfrm>
          <a:off x="0" y="0"/>
          <a:ext cx="0" cy="0"/>
          <a:chOff x="0" y="0"/>
          <a:chExt cx="0" cy="0"/>
        </a:xfrm>
      </p:grpSpPr>
      <p:sp>
        <p:nvSpPr>
          <p:cNvPr id="72" name="Google Shape;72;p2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75" name="Google Shape;75;p22"/>
          <p:cNvSpPr txBox="1"/>
          <p:nvPr>
            <p:ph type="title"/>
          </p:nvPr>
        </p:nvSpPr>
        <p:spPr>
          <a:xfrm>
            <a:off x="947739" y="836613"/>
            <a:ext cx="8196262" cy="1311364"/>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p:nvPr>
            <p:ph idx="2" type="pic"/>
          </p:nvPr>
        </p:nvSpPr>
        <p:spPr>
          <a:xfrm>
            <a:off x="6089650" y="2035175"/>
            <a:ext cx="4559300" cy="3753150"/>
          </a:xfrm>
          <a:prstGeom prst="rect">
            <a:avLst/>
          </a:prstGeom>
          <a:noFill/>
          <a:ln>
            <a:noFill/>
          </a:ln>
        </p:spPr>
      </p:sp>
      <p:sp>
        <p:nvSpPr>
          <p:cNvPr id="77" name="Google Shape;77;p22"/>
          <p:cNvSpPr/>
          <p:nvPr>
            <p:ph idx="3" type="pic"/>
          </p:nvPr>
        </p:nvSpPr>
        <p:spPr>
          <a:xfrm>
            <a:off x="947738" y="2024063"/>
            <a:ext cx="4572000" cy="3764262"/>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3 bilder">
  <p:cSld name="Rubrik och 3 bilder">
    <p:spTree>
      <p:nvGrpSpPr>
        <p:cNvPr id="78" name="Shape 78"/>
        <p:cNvGrpSpPr/>
        <p:nvPr/>
      </p:nvGrpSpPr>
      <p:grpSpPr>
        <a:xfrm>
          <a:off x="0" y="0"/>
          <a:ext cx="0" cy="0"/>
          <a:chOff x="0" y="0"/>
          <a:chExt cx="0" cy="0"/>
        </a:xfrm>
      </p:grpSpPr>
      <p:sp>
        <p:nvSpPr>
          <p:cNvPr id="79" name="Google Shape;79;p2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82" name="Google Shape;82;p23"/>
          <p:cNvSpPr txBox="1"/>
          <p:nvPr>
            <p:ph type="title"/>
          </p:nvPr>
        </p:nvSpPr>
        <p:spPr>
          <a:xfrm>
            <a:off x="947739" y="836613"/>
            <a:ext cx="8196262" cy="1311364"/>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3"/>
          <p:cNvSpPr/>
          <p:nvPr>
            <p:ph idx="2" type="pic"/>
          </p:nvPr>
        </p:nvSpPr>
        <p:spPr>
          <a:xfrm>
            <a:off x="947739" y="2024063"/>
            <a:ext cx="2822004" cy="3764262"/>
          </a:xfrm>
          <a:prstGeom prst="rect">
            <a:avLst/>
          </a:prstGeom>
          <a:noFill/>
          <a:ln>
            <a:noFill/>
          </a:ln>
        </p:spPr>
      </p:sp>
      <p:sp>
        <p:nvSpPr>
          <p:cNvPr id="84" name="Google Shape;84;p23"/>
          <p:cNvSpPr/>
          <p:nvPr>
            <p:ph idx="3" type="pic"/>
          </p:nvPr>
        </p:nvSpPr>
        <p:spPr>
          <a:xfrm>
            <a:off x="4096380" y="2024063"/>
            <a:ext cx="2822004" cy="3764262"/>
          </a:xfrm>
          <a:prstGeom prst="rect">
            <a:avLst/>
          </a:prstGeom>
          <a:noFill/>
          <a:ln>
            <a:noFill/>
          </a:ln>
        </p:spPr>
      </p:sp>
      <p:sp>
        <p:nvSpPr>
          <p:cNvPr id="85" name="Google Shape;85;p23"/>
          <p:cNvSpPr/>
          <p:nvPr>
            <p:ph idx="4" type="pic"/>
          </p:nvPr>
        </p:nvSpPr>
        <p:spPr>
          <a:xfrm>
            <a:off x="7245021" y="2024063"/>
            <a:ext cx="2822004" cy="3764262"/>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3 bilder, text">
  <p:cSld name="Rubrik och 3 bilder, text">
    <p:spTree>
      <p:nvGrpSpPr>
        <p:cNvPr id="86" name="Shape 86"/>
        <p:cNvGrpSpPr/>
        <p:nvPr/>
      </p:nvGrpSpPr>
      <p:grpSpPr>
        <a:xfrm>
          <a:off x="0" y="0"/>
          <a:ext cx="0" cy="0"/>
          <a:chOff x="0" y="0"/>
          <a:chExt cx="0" cy="0"/>
        </a:xfrm>
      </p:grpSpPr>
      <p:sp>
        <p:nvSpPr>
          <p:cNvPr id="87" name="Google Shape;87;p24"/>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4"/>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sv-SE"/>
              <a:t>‹#›</a:t>
            </a:fld>
            <a:endParaRPr/>
          </a:p>
        </p:txBody>
      </p:sp>
      <p:sp>
        <p:nvSpPr>
          <p:cNvPr id="90" name="Google Shape;90;p24"/>
          <p:cNvSpPr txBox="1"/>
          <p:nvPr>
            <p:ph type="title"/>
          </p:nvPr>
        </p:nvSpPr>
        <p:spPr>
          <a:xfrm>
            <a:off x="947739" y="836613"/>
            <a:ext cx="8196262" cy="1311364"/>
          </a:xfrm>
          <a:prstGeom prst="rect">
            <a:avLst/>
          </a:prstGeom>
          <a:noFill/>
          <a:ln>
            <a:noFill/>
          </a:ln>
        </p:spPr>
        <p:txBody>
          <a:bodyPr anchorCtr="0" anchor="t" bIns="45700" lIns="91425" spcFirstLastPara="1" rIns="91425" wrap="square" tIns="108000">
            <a:noAutofit/>
          </a:bodyPr>
          <a:lstStyle>
            <a:lvl1pPr lvl="0" algn="l">
              <a:lnSpc>
                <a:spcPct val="213333"/>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24"/>
          <p:cNvSpPr/>
          <p:nvPr>
            <p:ph idx="2" type="pic"/>
          </p:nvPr>
        </p:nvSpPr>
        <p:spPr>
          <a:xfrm>
            <a:off x="947739" y="1687633"/>
            <a:ext cx="2822004" cy="3325692"/>
          </a:xfrm>
          <a:prstGeom prst="rect">
            <a:avLst/>
          </a:prstGeom>
          <a:noFill/>
          <a:ln>
            <a:noFill/>
          </a:ln>
        </p:spPr>
      </p:sp>
      <p:sp>
        <p:nvSpPr>
          <p:cNvPr id="92" name="Google Shape;92;p24"/>
          <p:cNvSpPr/>
          <p:nvPr>
            <p:ph idx="3" type="pic"/>
          </p:nvPr>
        </p:nvSpPr>
        <p:spPr>
          <a:xfrm>
            <a:off x="4096380" y="1687633"/>
            <a:ext cx="2822004" cy="3325692"/>
          </a:xfrm>
          <a:prstGeom prst="rect">
            <a:avLst/>
          </a:prstGeom>
          <a:noFill/>
          <a:ln>
            <a:noFill/>
          </a:ln>
        </p:spPr>
      </p:sp>
      <p:sp>
        <p:nvSpPr>
          <p:cNvPr id="93" name="Google Shape;93;p24"/>
          <p:cNvSpPr/>
          <p:nvPr>
            <p:ph idx="4" type="pic"/>
          </p:nvPr>
        </p:nvSpPr>
        <p:spPr>
          <a:xfrm>
            <a:off x="7245021" y="1687633"/>
            <a:ext cx="2822004" cy="3325692"/>
          </a:xfrm>
          <a:prstGeom prst="rect">
            <a:avLst/>
          </a:prstGeom>
          <a:noFill/>
          <a:ln>
            <a:noFill/>
          </a:ln>
        </p:spPr>
      </p:sp>
      <p:sp>
        <p:nvSpPr>
          <p:cNvPr id="94" name="Google Shape;94;p24"/>
          <p:cNvSpPr txBox="1"/>
          <p:nvPr>
            <p:ph idx="1" type="body"/>
          </p:nvPr>
        </p:nvSpPr>
        <p:spPr>
          <a:xfrm>
            <a:off x="947738" y="5192713"/>
            <a:ext cx="2822004" cy="9064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24"/>
          <p:cNvSpPr txBox="1"/>
          <p:nvPr>
            <p:ph idx="5" type="body"/>
          </p:nvPr>
        </p:nvSpPr>
        <p:spPr>
          <a:xfrm>
            <a:off x="4096379" y="5192713"/>
            <a:ext cx="2822004" cy="9064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24"/>
          <p:cNvSpPr txBox="1"/>
          <p:nvPr>
            <p:ph idx="6" type="body"/>
          </p:nvPr>
        </p:nvSpPr>
        <p:spPr>
          <a:xfrm>
            <a:off x="7245021" y="5192713"/>
            <a:ext cx="2822004" cy="906462"/>
          </a:xfrm>
          <a:prstGeom prst="rect">
            <a:avLst/>
          </a:prstGeom>
          <a:noFill/>
          <a:ln>
            <a:noFill/>
          </a:ln>
        </p:spPr>
        <p:txBody>
          <a:bodyPr anchorCtr="0" anchor="t" bIns="45700" lIns="91425" spcFirstLastPara="1" rIns="91425" wrap="square" tIns="45700">
            <a:noAutofit/>
          </a:bodyPr>
          <a:lstStyle>
            <a:lvl1pPr indent="-342900" lvl="0" marL="457200" algn="l">
              <a:lnSpc>
                <a:spcPct val="117777"/>
              </a:lnSpc>
              <a:spcBef>
                <a:spcPts val="300"/>
              </a:spcBef>
              <a:spcAft>
                <a:spcPts val="0"/>
              </a:spcAft>
              <a:buClr>
                <a:srgbClr val="595959"/>
              </a:buClr>
              <a:buSzPts val="1800"/>
              <a:buChar char="•"/>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p:cSld name="Logo">
    <p:spTree>
      <p:nvGrpSpPr>
        <p:cNvPr id="97" name="Shape 97"/>
        <p:cNvGrpSpPr/>
        <p:nvPr/>
      </p:nvGrpSpPr>
      <p:grpSpPr>
        <a:xfrm>
          <a:off x="0" y="0"/>
          <a:ext cx="0" cy="0"/>
          <a:chOff x="0" y="0"/>
          <a:chExt cx="0" cy="0"/>
        </a:xfrm>
      </p:grpSpPr>
      <p:pic>
        <p:nvPicPr>
          <p:cNvPr id="98" name="Google Shape;98;p25"/>
          <p:cNvPicPr preferRelativeResize="0"/>
          <p:nvPr/>
        </p:nvPicPr>
        <p:blipFill rotWithShape="1">
          <a:blip r:embed="rId2">
            <a:alphaModFix/>
          </a:blip>
          <a:srcRect b="0" l="0" r="0" t="0"/>
          <a:stretch/>
        </p:blipFill>
        <p:spPr>
          <a:xfrm>
            <a:off x="3819006" y="1272750"/>
            <a:ext cx="4556257" cy="433172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showMasterSp="0">
  <p:cSld name="Titel">
    <p:bg>
      <p:bgPr>
        <a:solidFill>
          <a:schemeClr val="lt1"/>
        </a:solidFill>
      </p:bgPr>
    </p:bg>
    <p:spTree>
      <p:nvGrpSpPr>
        <p:cNvPr id="99" name="Shape 99"/>
        <p:cNvGrpSpPr/>
        <p:nvPr/>
      </p:nvGrpSpPr>
      <p:grpSpPr>
        <a:xfrm>
          <a:off x="0" y="0"/>
          <a:ext cx="0" cy="0"/>
          <a:chOff x="0" y="0"/>
          <a:chExt cx="0" cy="0"/>
        </a:xfrm>
      </p:grpSpPr>
      <p:sp>
        <p:nvSpPr>
          <p:cNvPr id="100" name="Google Shape;100;p14"/>
          <p:cNvSpPr txBox="1"/>
          <p:nvPr>
            <p:ph type="ctrTitle"/>
          </p:nvPr>
        </p:nvSpPr>
        <p:spPr>
          <a:xfrm>
            <a:off x="1695853" y="3571875"/>
            <a:ext cx="8798701" cy="1654175"/>
          </a:xfrm>
          <a:prstGeom prst="rect">
            <a:avLst/>
          </a:prstGeom>
          <a:noFill/>
          <a:ln>
            <a:noFill/>
          </a:ln>
        </p:spPr>
        <p:txBody>
          <a:bodyPr anchorCtr="0" anchor="ctr" bIns="45700" lIns="91425" spcFirstLastPara="1" rIns="91425" wrap="square" tIns="108000">
            <a:noAutofit/>
          </a:bodyPr>
          <a:lstStyle>
            <a:lvl1pPr lvl="0" algn="ctr">
              <a:lnSpc>
                <a:spcPct val="80000"/>
              </a:lnSpc>
              <a:spcBef>
                <a:spcPts val="0"/>
              </a:spcBef>
              <a:spcAft>
                <a:spcPts val="0"/>
              </a:spcAft>
              <a:buClr>
                <a:schemeClr val="dk1"/>
              </a:buClr>
              <a:buSzPts val="4800"/>
              <a:buFont typeface="Work Sans"/>
              <a:buNone/>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14"/>
          <p:cNvSpPr txBox="1"/>
          <p:nvPr>
            <p:ph idx="1" type="subTitle"/>
          </p:nvPr>
        </p:nvSpPr>
        <p:spPr>
          <a:xfrm>
            <a:off x="2132013" y="5388994"/>
            <a:ext cx="7926387" cy="461962"/>
          </a:xfrm>
          <a:prstGeom prst="rect">
            <a:avLst/>
          </a:prstGeom>
          <a:noFill/>
          <a:ln>
            <a:noFill/>
          </a:ln>
        </p:spPr>
        <p:txBody>
          <a:bodyPr anchorCtr="0" anchor="t" bIns="45700" lIns="91425" spcFirstLastPara="1" rIns="91425" wrap="square" tIns="45700">
            <a:normAutofit/>
          </a:bodyPr>
          <a:lstStyle>
            <a:lvl1pPr lvl="0" algn="ctr">
              <a:lnSpc>
                <a:spcPct val="105999"/>
              </a:lnSpc>
              <a:spcBef>
                <a:spcPts val="300"/>
              </a:spcBef>
              <a:spcAft>
                <a:spcPts val="0"/>
              </a:spcAft>
              <a:buClr>
                <a:schemeClr val="dk1"/>
              </a:buClr>
              <a:buSzPts val="2000"/>
              <a:buNone/>
              <a:defRPr sz="2000">
                <a:solidFill>
                  <a:schemeClr val="dk1"/>
                </a:solidFill>
              </a:defRPr>
            </a:lvl1pPr>
            <a:lvl2pPr lvl="1" algn="ctr">
              <a:lnSpc>
                <a:spcPct val="90000"/>
              </a:lnSpc>
              <a:spcBef>
                <a:spcPts val="500"/>
              </a:spcBef>
              <a:spcAft>
                <a:spcPts val="0"/>
              </a:spcAft>
              <a:buClr>
                <a:srgbClr val="FEFEFE"/>
              </a:buClr>
              <a:buSzPts val="2000"/>
              <a:buNone/>
              <a:defRPr sz="2000"/>
            </a:lvl2pPr>
            <a:lvl3pPr lvl="2" algn="ctr">
              <a:lnSpc>
                <a:spcPct val="90000"/>
              </a:lnSpc>
              <a:spcBef>
                <a:spcPts val="500"/>
              </a:spcBef>
              <a:spcAft>
                <a:spcPts val="0"/>
              </a:spcAft>
              <a:buClr>
                <a:srgbClr val="FEFEFE"/>
              </a:buClr>
              <a:buSzPts val="1800"/>
              <a:buNone/>
              <a:defRPr sz="1800"/>
            </a:lvl3pPr>
            <a:lvl4pPr lvl="3" algn="ctr">
              <a:lnSpc>
                <a:spcPct val="90000"/>
              </a:lnSpc>
              <a:spcBef>
                <a:spcPts val="500"/>
              </a:spcBef>
              <a:spcAft>
                <a:spcPts val="0"/>
              </a:spcAft>
              <a:buClr>
                <a:srgbClr val="FEFEFE"/>
              </a:buClr>
              <a:buSzPts val="1600"/>
              <a:buNone/>
              <a:defRPr sz="1600"/>
            </a:lvl4pPr>
            <a:lvl5pPr lvl="4" algn="ctr">
              <a:lnSpc>
                <a:spcPct val="90000"/>
              </a:lnSpc>
              <a:spcBef>
                <a:spcPts val="500"/>
              </a:spcBef>
              <a:spcAft>
                <a:spcPts val="0"/>
              </a:spcAft>
              <a:buClr>
                <a:srgbClr val="FEFEFE"/>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pic>
        <p:nvPicPr>
          <p:cNvPr id="102" name="Google Shape;102;p14"/>
          <p:cNvPicPr preferRelativeResize="0"/>
          <p:nvPr/>
        </p:nvPicPr>
        <p:blipFill rotWithShape="1">
          <a:blip r:embed="rId2">
            <a:alphaModFix/>
          </a:blip>
          <a:srcRect b="0" l="0" r="0" t="0"/>
          <a:stretch/>
        </p:blipFill>
        <p:spPr>
          <a:xfrm>
            <a:off x="5225244" y="1007044"/>
            <a:ext cx="1739917" cy="1654175"/>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är du gör din presentation">
  <p:cSld name="När du gör din presentation">
    <p:spTree>
      <p:nvGrpSpPr>
        <p:cNvPr id="103" name="Shape 103"/>
        <p:cNvGrpSpPr/>
        <p:nvPr/>
      </p:nvGrpSpPr>
      <p:grpSpPr>
        <a:xfrm>
          <a:off x="0" y="0"/>
          <a:ext cx="0" cy="0"/>
          <a:chOff x="0" y="0"/>
          <a:chExt cx="0" cy="0"/>
        </a:xfrm>
      </p:grpSpPr>
      <p:sp>
        <p:nvSpPr>
          <p:cNvPr id="104" name="Google Shape;104;p26"/>
          <p:cNvSpPr txBox="1"/>
          <p:nvPr/>
        </p:nvSpPr>
        <p:spPr>
          <a:xfrm>
            <a:off x="947738" y="2544623"/>
            <a:ext cx="4559299" cy="1768754"/>
          </a:xfrm>
          <a:prstGeom prst="rect">
            <a:avLst/>
          </a:prstGeom>
          <a:noFill/>
          <a:ln>
            <a:noFill/>
          </a:ln>
        </p:spPr>
        <p:txBody>
          <a:bodyPr anchorCtr="0" anchor="t" bIns="45700" lIns="91425" spcFirstLastPara="1" rIns="91425" wrap="square" tIns="45700">
            <a:spAutoFit/>
          </a:bodyPr>
          <a:lstStyle/>
          <a:p>
            <a:pPr indent="-230400" lvl="0" marL="230400" marR="0" rtl="0" algn="l">
              <a:lnSpc>
                <a:spcPct val="132500"/>
              </a:lnSpc>
              <a:spcBef>
                <a:spcPts val="0"/>
              </a:spcBef>
              <a:spcAft>
                <a:spcPts val="0"/>
              </a:spcAft>
              <a:buClr>
                <a:srgbClr val="595959"/>
              </a:buClr>
              <a:buSzPts val="1600"/>
              <a:buFont typeface="Arial"/>
              <a:buChar char="•"/>
            </a:pPr>
            <a:r>
              <a:rPr b="0" i="0" lang="sv-SE" sz="1600" u="none" cap="none" strike="noStrike">
                <a:solidFill>
                  <a:srgbClr val="595959"/>
                </a:solidFill>
                <a:latin typeface="Work Sans"/>
                <a:ea typeface="Work Sans"/>
                <a:cs typeface="Work Sans"/>
                <a:sym typeface="Work Sans"/>
              </a:rPr>
              <a:t>Presentationen ska vara ett stöd och blir bättre om den skrivna informationen är kort och kärnfull.</a:t>
            </a:r>
            <a:endParaRPr/>
          </a:p>
          <a:p>
            <a:pPr indent="-230400" lvl="0" marL="230400" marR="0" rtl="0" algn="l">
              <a:lnSpc>
                <a:spcPct val="132500"/>
              </a:lnSpc>
              <a:spcBef>
                <a:spcPts val="300"/>
              </a:spcBef>
              <a:spcAft>
                <a:spcPts val="0"/>
              </a:spcAft>
              <a:buClr>
                <a:srgbClr val="595959"/>
              </a:buClr>
              <a:buSzPts val="1600"/>
              <a:buFont typeface="Arial"/>
              <a:buChar char="•"/>
            </a:pPr>
            <a:r>
              <a:rPr b="0" i="0" lang="sv-SE" sz="1600" u="none" cap="none" strike="noStrike">
                <a:solidFill>
                  <a:srgbClr val="595959"/>
                </a:solidFill>
                <a:latin typeface="Work Sans"/>
                <a:ea typeface="Work Sans"/>
                <a:cs typeface="Work Sans"/>
                <a:sym typeface="Work Sans"/>
              </a:rPr>
              <a:t>Låt presentationen illustrera ditt budskap – genom diagram, citat.</a:t>
            </a:r>
            <a:endParaRPr/>
          </a:p>
          <a:p>
            <a:pPr indent="-230400" lvl="0" marL="230400" marR="0" rtl="0" algn="l">
              <a:lnSpc>
                <a:spcPct val="132500"/>
              </a:lnSpc>
              <a:spcBef>
                <a:spcPts val="300"/>
              </a:spcBef>
              <a:spcAft>
                <a:spcPts val="0"/>
              </a:spcAft>
              <a:buClr>
                <a:srgbClr val="595959"/>
              </a:buClr>
              <a:buSzPts val="1600"/>
              <a:buFont typeface="Arial"/>
              <a:buChar char="•"/>
            </a:pPr>
            <a:r>
              <a:rPr b="0" i="0" lang="sv-SE" sz="1600" u="none" cap="none" strike="noStrike">
                <a:solidFill>
                  <a:srgbClr val="595959"/>
                </a:solidFill>
                <a:latin typeface="Work Sans"/>
                <a:ea typeface="Work Sans"/>
                <a:cs typeface="Work Sans"/>
                <a:sym typeface="Work Sans"/>
              </a:rPr>
              <a:t>Använd gärna stödord och punktlista.</a:t>
            </a:r>
            <a:endParaRPr/>
          </a:p>
        </p:txBody>
      </p:sp>
      <p:sp>
        <p:nvSpPr>
          <p:cNvPr id="105" name="Google Shape;105;p26"/>
          <p:cNvSpPr txBox="1"/>
          <p:nvPr/>
        </p:nvSpPr>
        <p:spPr>
          <a:xfrm>
            <a:off x="6084515" y="2544623"/>
            <a:ext cx="4712794" cy="1768754"/>
          </a:xfrm>
          <a:prstGeom prst="rect">
            <a:avLst/>
          </a:prstGeom>
          <a:noFill/>
          <a:ln>
            <a:noFill/>
          </a:ln>
        </p:spPr>
        <p:txBody>
          <a:bodyPr anchorCtr="0" anchor="t" bIns="45700" lIns="91425" spcFirstLastPara="1" rIns="91425" wrap="square" tIns="45700">
            <a:spAutoFit/>
          </a:bodyPr>
          <a:lstStyle/>
          <a:p>
            <a:pPr indent="-230400" lvl="0" marL="230400" marR="0" rtl="0" algn="l">
              <a:lnSpc>
                <a:spcPct val="132500"/>
              </a:lnSpc>
              <a:spcBef>
                <a:spcPts val="0"/>
              </a:spcBef>
              <a:spcAft>
                <a:spcPts val="0"/>
              </a:spcAft>
              <a:buClr>
                <a:srgbClr val="595959"/>
              </a:buClr>
              <a:buSzPts val="1600"/>
              <a:buFont typeface="Arial"/>
              <a:buChar char="•"/>
            </a:pPr>
            <a:r>
              <a:rPr b="0" i="0" lang="sv-SE" sz="1600" u="none" cap="none" strike="noStrike">
                <a:solidFill>
                  <a:srgbClr val="595959"/>
                </a:solidFill>
                <a:latin typeface="Work Sans"/>
                <a:ea typeface="Work Sans"/>
                <a:cs typeface="Work Sans"/>
                <a:sym typeface="Work Sans"/>
              </a:rPr>
              <a:t>Välj bilder/fotografier med omsorg – rätt foto förstärker, fel förstör.</a:t>
            </a:r>
            <a:endParaRPr/>
          </a:p>
          <a:p>
            <a:pPr indent="-230400" lvl="0" marL="230400" marR="0" rtl="0" algn="l">
              <a:lnSpc>
                <a:spcPct val="132500"/>
              </a:lnSpc>
              <a:spcBef>
                <a:spcPts val="300"/>
              </a:spcBef>
              <a:spcAft>
                <a:spcPts val="0"/>
              </a:spcAft>
              <a:buClr>
                <a:srgbClr val="595959"/>
              </a:buClr>
              <a:buSzPts val="1600"/>
              <a:buFont typeface="Arial"/>
              <a:buChar char="•"/>
            </a:pPr>
            <a:r>
              <a:rPr b="0" i="0" lang="sv-SE" sz="1600" u="none" cap="none" strike="noStrike">
                <a:solidFill>
                  <a:srgbClr val="595959"/>
                </a:solidFill>
                <a:latin typeface="Work Sans"/>
                <a:ea typeface="Work Sans"/>
                <a:cs typeface="Work Sans"/>
                <a:sym typeface="Work Sans"/>
              </a:rPr>
              <a:t>Kan du inte göra en tydlig presentationsbild, gör ingen alls – förklara med egna ord istället.</a:t>
            </a:r>
            <a:endParaRPr/>
          </a:p>
          <a:p>
            <a:pPr indent="-230400" lvl="0" marL="230400" marR="0" rtl="0" algn="l">
              <a:lnSpc>
                <a:spcPct val="132500"/>
              </a:lnSpc>
              <a:spcBef>
                <a:spcPts val="300"/>
              </a:spcBef>
              <a:spcAft>
                <a:spcPts val="0"/>
              </a:spcAft>
              <a:buClr>
                <a:srgbClr val="595959"/>
              </a:buClr>
              <a:buSzPts val="1600"/>
              <a:buFont typeface="Arial"/>
              <a:buChar char="•"/>
            </a:pPr>
            <a:r>
              <a:rPr b="0" i="0" lang="sv-SE" sz="1600" u="none" cap="none" strike="noStrike">
                <a:solidFill>
                  <a:srgbClr val="595959"/>
                </a:solidFill>
                <a:latin typeface="Work Sans"/>
                <a:ea typeface="Work Sans"/>
                <a:cs typeface="Work Sans"/>
                <a:sym typeface="Work Sans"/>
              </a:rPr>
              <a:t>Håll presentationen kort. Prata hellre själv.</a:t>
            </a:r>
            <a:endParaRPr/>
          </a:p>
        </p:txBody>
      </p:sp>
      <p:sp>
        <p:nvSpPr>
          <p:cNvPr id="106" name="Google Shape;106;p26"/>
          <p:cNvSpPr txBox="1"/>
          <p:nvPr/>
        </p:nvSpPr>
        <p:spPr>
          <a:xfrm>
            <a:off x="947738" y="1890199"/>
            <a:ext cx="4559299" cy="361637"/>
          </a:xfrm>
          <a:prstGeom prst="rect">
            <a:avLst/>
          </a:prstGeom>
          <a:noFill/>
          <a:ln>
            <a:noFill/>
          </a:ln>
        </p:spPr>
        <p:txBody>
          <a:bodyPr anchorCtr="0" anchor="t" bIns="45700" lIns="91425" spcFirstLastPara="1" rIns="91425" wrap="square" tIns="45700">
            <a:spAutoFit/>
          </a:bodyPr>
          <a:lstStyle/>
          <a:p>
            <a:pPr indent="0" lvl="0" marL="0" marR="0" rtl="0" algn="l">
              <a:lnSpc>
                <a:spcPct val="117777"/>
              </a:lnSpc>
              <a:spcBef>
                <a:spcPts val="0"/>
              </a:spcBef>
              <a:spcAft>
                <a:spcPts val="0"/>
              </a:spcAft>
              <a:buNone/>
            </a:pPr>
            <a:r>
              <a:rPr b="0" i="0" lang="sv-SE" sz="1800" u="none" cap="none" strike="noStrike">
                <a:solidFill>
                  <a:schemeClr val="dk1"/>
                </a:solidFill>
                <a:latin typeface="Work Sans"/>
                <a:ea typeface="Work Sans"/>
                <a:cs typeface="Work Sans"/>
                <a:sym typeface="Work Sans"/>
              </a:rPr>
              <a:t>Tänk på att:</a:t>
            </a:r>
            <a:endParaRPr/>
          </a:p>
        </p:txBody>
      </p:sp>
      <p:sp>
        <p:nvSpPr>
          <p:cNvPr id="107" name="Google Shape;107;p26"/>
          <p:cNvSpPr txBox="1"/>
          <p:nvPr/>
        </p:nvSpPr>
        <p:spPr>
          <a:xfrm>
            <a:off x="947738" y="899447"/>
            <a:ext cx="7774921" cy="57964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0" i="0" lang="sv-SE" sz="3200" u="none" cap="none" strike="noStrike">
                <a:solidFill>
                  <a:schemeClr val="dk1"/>
                </a:solidFill>
                <a:latin typeface="Work Sans"/>
                <a:ea typeface="Work Sans"/>
                <a:cs typeface="Work Sans"/>
                <a:sym typeface="Work Sans"/>
              </a:rPr>
              <a:t>När du gör din presentation</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llgänglighetsanpassa din presentation">
  <p:cSld name="Tillgänglighetsanpassa din presentation">
    <p:spTree>
      <p:nvGrpSpPr>
        <p:cNvPr id="108" name="Shape 108"/>
        <p:cNvGrpSpPr/>
        <p:nvPr/>
      </p:nvGrpSpPr>
      <p:grpSpPr>
        <a:xfrm>
          <a:off x="0" y="0"/>
          <a:ext cx="0" cy="0"/>
          <a:chOff x="0" y="0"/>
          <a:chExt cx="0" cy="0"/>
        </a:xfrm>
      </p:grpSpPr>
      <p:sp>
        <p:nvSpPr>
          <p:cNvPr id="109" name="Google Shape;109;p27"/>
          <p:cNvSpPr txBox="1"/>
          <p:nvPr/>
        </p:nvSpPr>
        <p:spPr>
          <a:xfrm>
            <a:off x="957358" y="821623"/>
            <a:ext cx="905485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sv-SE" sz="3200" u="none" cap="none" strike="noStrike">
                <a:solidFill>
                  <a:schemeClr val="dk1"/>
                </a:solidFill>
                <a:latin typeface="Work Sans"/>
                <a:ea typeface="Work Sans"/>
                <a:cs typeface="Work Sans"/>
                <a:sym typeface="Work Sans"/>
              </a:rPr>
              <a:t>Tillgänglighetsanpassa din presentation</a:t>
            </a:r>
            <a:endParaRPr/>
          </a:p>
        </p:txBody>
      </p:sp>
      <p:sp>
        <p:nvSpPr>
          <p:cNvPr id="110" name="Google Shape;110;p27"/>
          <p:cNvSpPr txBox="1"/>
          <p:nvPr/>
        </p:nvSpPr>
        <p:spPr>
          <a:xfrm>
            <a:off x="957359" y="1528186"/>
            <a:ext cx="93234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alibri"/>
              <a:buNone/>
            </a:pPr>
            <a:r>
              <a:rPr lang="sv-SE" sz="1400">
                <a:solidFill>
                  <a:schemeClr val="dk1"/>
                </a:solidFill>
                <a:latin typeface="Calibri"/>
                <a:ea typeface="Calibri"/>
                <a:cs typeface="Calibri"/>
                <a:sym typeface="Calibri"/>
              </a:rPr>
              <a:t>Mallen är inställd för att vara så tillgänglighetsanpassad som möjligt men det är två saker du behöver göra själv allt eftersom du adderar innehåll. </a:t>
            </a:r>
            <a:r>
              <a:rPr b="1" lang="sv-SE" sz="1400">
                <a:solidFill>
                  <a:schemeClr val="dk1"/>
                </a:solidFill>
                <a:latin typeface="Work Sans SemiBold"/>
                <a:ea typeface="Work Sans SemiBold"/>
                <a:cs typeface="Work Sans SemiBold"/>
                <a:sym typeface="Work Sans SemiBold"/>
              </a:rPr>
              <a:t>Instruktionerna nedan är för Office 2013/2016.</a:t>
            </a:r>
            <a:endParaRPr/>
          </a:p>
        </p:txBody>
      </p:sp>
      <p:sp>
        <p:nvSpPr>
          <p:cNvPr id="111" name="Google Shape;111;p27"/>
          <p:cNvSpPr txBox="1"/>
          <p:nvPr/>
        </p:nvSpPr>
        <p:spPr>
          <a:xfrm>
            <a:off x="947738" y="2600794"/>
            <a:ext cx="4234721" cy="1579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Work Sans"/>
              <a:buNone/>
            </a:pPr>
            <a:r>
              <a:rPr lang="sv-SE" sz="1000">
                <a:solidFill>
                  <a:schemeClr val="dk1"/>
                </a:solidFill>
                <a:latin typeface="Work Sans"/>
                <a:ea typeface="Work Sans"/>
                <a:cs typeface="Work Sans"/>
                <a:sym typeface="Work Sans"/>
              </a:rPr>
              <a:t>Högerklicka på en bild/figur och välj alternativet </a:t>
            </a:r>
            <a:r>
              <a:rPr i="1" lang="sv-SE" sz="1000">
                <a:solidFill>
                  <a:schemeClr val="dk1"/>
                </a:solidFill>
                <a:latin typeface="Work Sans"/>
                <a:ea typeface="Work Sans"/>
                <a:cs typeface="Work Sans"/>
                <a:sym typeface="Work Sans"/>
              </a:rPr>
              <a:t>Formatera bild. </a:t>
            </a:r>
            <a:r>
              <a:rPr lang="sv-SE" sz="1000">
                <a:solidFill>
                  <a:schemeClr val="dk1"/>
                </a:solidFill>
                <a:latin typeface="Work Sans"/>
                <a:ea typeface="Work Sans"/>
                <a:cs typeface="Work Sans"/>
                <a:sym typeface="Work Sans"/>
              </a:rPr>
              <a:t>Då öppnas en flik till höger i fönstret. Välj figuren </a:t>
            </a:r>
            <a:r>
              <a:rPr i="1" lang="sv-SE" sz="1000">
                <a:solidFill>
                  <a:schemeClr val="dk1"/>
                </a:solidFill>
                <a:latin typeface="Work Sans"/>
                <a:ea typeface="Work Sans"/>
                <a:cs typeface="Work Sans"/>
                <a:sym typeface="Work Sans"/>
              </a:rPr>
              <a:t>Storlek och egenskaper… </a:t>
            </a:r>
            <a:r>
              <a:rPr lang="sv-SE" sz="1000">
                <a:solidFill>
                  <a:schemeClr val="dk1"/>
                </a:solidFill>
                <a:latin typeface="Work Sans"/>
                <a:ea typeface="Work Sans"/>
                <a:cs typeface="Work Sans"/>
                <a:sym typeface="Work Sans"/>
              </a:rPr>
              <a:t>välj sedan </a:t>
            </a:r>
            <a:r>
              <a:rPr i="1" lang="sv-SE" sz="1000">
                <a:solidFill>
                  <a:schemeClr val="dk1"/>
                </a:solidFill>
                <a:latin typeface="Work Sans"/>
                <a:ea typeface="Work Sans"/>
                <a:cs typeface="Work Sans"/>
                <a:sym typeface="Work Sans"/>
              </a:rPr>
              <a:t>alternativ text. </a:t>
            </a:r>
            <a:r>
              <a:rPr lang="sv-SE" sz="1000">
                <a:solidFill>
                  <a:schemeClr val="dk1"/>
                </a:solidFill>
                <a:latin typeface="Work Sans"/>
                <a:ea typeface="Work Sans"/>
                <a:cs typeface="Work Sans"/>
                <a:sym typeface="Work Sans"/>
              </a:rPr>
              <a:t>Beskriv din bild/figur med 1-2 meningar som läses upp av uppläsningsprogram för de som har nedsatt syn.</a:t>
            </a:r>
            <a:endParaRPr/>
          </a:p>
          <a:p>
            <a:pPr indent="0" lvl="0" marL="0" marR="0" rtl="0" algn="l">
              <a:spcBef>
                <a:spcPts val="1000"/>
              </a:spcBef>
              <a:spcAft>
                <a:spcPts val="0"/>
              </a:spcAft>
              <a:buClr>
                <a:schemeClr val="dk1"/>
              </a:buClr>
              <a:buSzPts val="1000"/>
              <a:buFont typeface="Work Sans"/>
              <a:buNone/>
            </a:pPr>
            <a:r>
              <a:rPr lang="sv-SE" sz="1000">
                <a:solidFill>
                  <a:schemeClr val="dk1"/>
                </a:solidFill>
                <a:latin typeface="Work Sans"/>
                <a:ea typeface="Work Sans"/>
                <a:cs typeface="Work Sans"/>
                <a:sym typeface="Work Sans"/>
              </a:rPr>
              <a:t>Har bilden/figuren inget informativt syfte och du vill exkludera den kan du bara lämna rubrik och beskrivning tom.</a:t>
            </a:r>
            <a:endParaRPr/>
          </a:p>
          <a:p>
            <a:pPr indent="0" lvl="0" marL="0" marR="0" rtl="0" algn="l">
              <a:spcBef>
                <a:spcPts val="1000"/>
              </a:spcBef>
              <a:spcAft>
                <a:spcPts val="0"/>
              </a:spcAft>
              <a:buNone/>
            </a:pPr>
            <a:r>
              <a:t/>
            </a:r>
            <a:endParaRPr sz="1000">
              <a:solidFill>
                <a:schemeClr val="dk1"/>
              </a:solidFill>
              <a:latin typeface="Work Sans"/>
              <a:ea typeface="Work Sans"/>
              <a:cs typeface="Work Sans"/>
              <a:sym typeface="Work Sans"/>
            </a:endParaRPr>
          </a:p>
        </p:txBody>
      </p:sp>
      <p:sp>
        <p:nvSpPr>
          <p:cNvPr id="112" name="Google Shape;112;p27"/>
          <p:cNvSpPr txBox="1"/>
          <p:nvPr/>
        </p:nvSpPr>
        <p:spPr>
          <a:xfrm>
            <a:off x="5549719" y="2600794"/>
            <a:ext cx="4234721"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1000">
                <a:solidFill>
                  <a:schemeClr val="dk1"/>
                </a:solidFill>
                <a:latin typeface="Work Sans"/>
                <a:ea typeface="Work Sans"/>
                <a:cs typeface="Work Sans"/>
                <a:sym typeface="Work Sans"/>
              </a:rPr>
              <a:t>Mallarna förinlagda fält har en uppsatt läsordning men adderar du ytterligare/egna textrutor, bilder, smart art eller annat innehåll som inte finns i mallen bör du kontrollera att läsordningen blir logisk, annars läses objekten in i ordningen de lagts till på sidan.</a:t>
            </a:r>
            <a:endParaRPr/>
          </a:p>
          <a:p>
            <a:pPr indent="0" lvl="0" marL="0" marR="0" rtl="0" algn="l">
              <a:spcBef>
                <a:spcPts val="600"/>
              </a:spcBef>
              <a:spcAft>
                <a:spcPts val="0"/>
              </a:spcAft>
              <a:buClr>
                <a:schemeClr val="dk1"/>
              </a:buClr>
              <a:buSzPts val="1000"/>
              <a:buFont typeface="Work Sans"/>
              <a:buNone/>
            </a:pPr>
            <a:r>
              <a:rPr b="1" lang="sv-SE" sz="1000">
                <a:solidFill>
                  <a:schemeClr val="dk1"/>
                </a:solidFill>
                <a:latin typeface="Work Sans"/>
                <a:ea typeface="Work Sans"/>
                <a:cs typeface="Work Sans"/>
                <a:sym typeface="Work Sans"/>
              </a:rPr>
              <a:t>Läsordningen styr du genom:</a:t>
            </a:r>
            <a:endParaRPr/>
          </a:p>
          <a:p>
            <a:pPr indent="-228600" lvl="0" marL="228600" marR="0" rtl="0" algn="l">
              <a:spcBef>
                <a:spcPts val="600"/>
              </a:spcBef>
              <a:spcAft>
                <a:spcPts val="0"/>
              </a:spcAft>
              <a:buClr>
                <a:srgbClr val="595959"/>
              </a:buClr>
              <a:buSzPts val="1000"/>
              <a:buFont typeface="Calibri"/>
              <a:buAutoNum type="arabicPeriod"/>
            </a:pPr>
            <a:r>
              <a:rPr lang="sv-SE" sz="1000">
                <a:solidFill>
                  <a:schemeClr val="dk1"/>
                </a:solidFill>
                <a:latin typeface="Work Sans"/>
                <a:ea typeface="Work Sans"/>
                <a:cs typeface="Work Sans"/>
                <a:sym typeface="Work Sans"/>
              </a:rPr>
              <a:t>Markera ett objekt i filen. Välj fliken </a:t>
            </a:r>
            <a:r>
              <a:rPr b="0" i="1" lang="sv-SE" sz="1000">
                <a:solidFill>
                  <a:schemeClr val="dk1"/>
                </a:solidFill>
                <a:latin typeface="Work Sans"/>
                <a:ea typeface="Work Sans"/>
                <a:cs typeface="Work Sans"/>
                <a:sym typeface="Work Sans"/>
              </a:rPr>
              <a:t>format </a:t>
            </a:r>
            <a:r>
              <a:rPr lang="sv-SE" sz="1000">
                <a:solidFill>
                  <a:schemeClr val="dk1"/>
                </a:solidFill>
                <a:latin typeface="Work Sans"/>
                <a:ea typeface="Work Sans"/>
                <a:cs typeface="Work Sans"/>
                <a:sym typeface="Work Sans"/>
              </a:rPr>
              <a:t>som visas till höger i menyfliksområdet och välj sedan </a:t>
            </a:r>
            <a:r>
              <a:rPr b="0" i="1" lang="sv-SE" sz="1000">
                <a:solidFill>
                  <a:schemeClr val="dk1"/>
                </a:solidFill>
                <a:latin typeface="Work Sans"/>
                <a:ea typeface="Work Sans"/>
                <a:cs typeface="Work Sans"/>
                <a:sym typeface="Work Sans"/>
              </a:rPr>
              <a:t>markeringsfönster </a:t>
            </a:r>
            <a:r>
              <a:rPr lang="sv-SE" sz="1000">
                <a:solidFill>
                  <a:schemeClr val="dk1"/>
                </a:solidFill>
                <a:latin typeface="Work Sans"/>
                <a:ea typeface="Work Sans"/>
                <a:cs typeface="Work Sans"/>
                <a:sym typeface="Work Sans"/>
              </a:rPr>
              <a:t>i gruppen</a:t>
            </a:r>
            <a:r>
              <a:rPr b="0" i="1" lang="sv-SE" sz="1000">
                <a:solidFill>
                  <a:schemeClr val="dk1"/>
                </a:solidFill>
                <a:latin typeface="Work Sans"/>
                <a:ea typeface="Work Sans"/>
                <a:cs typeface="Work Sans"/>
                <a:sym typeface="Work Sans"/>
              </a:rPr>
              <a:t> ordna.</a:t>
            </a:r>
            <a:endParaRPr sz="1000">
              <a:solidFill>
                <a:schemeClr val="dk1"/>
              </a:solidFill>
              <a:latin typeface="Work Sans"/>
              <a:ea typeface="Work Sans"/>
              <a:cs typeface="Work Sans"/>
              <a:sym typeface="Work Sans"/>
            </a:endParaRPr>
          </a:p>
          <a:p>
            <a:pPr indent="-228600" lvl="0" marL="228600" marR="0" rtl="0" algn="l">
              <a:spcBef>
                <a:spcPts val="600"/>
              </a:spcBef>
              <a:spcAft>
                <a:spcPts val="0"/>
              </a:spcAft>
              <a:buClr>
                <a:srgbClr val="595959"/>
              </a:buClr>
              <a:buSzPts val="1000"/>
              <a:buFont typeface="Calibri"/>
              <a:buAutoNum type="arabicPeriod"/>
            </a:pPr>
            <a:r>
              <a:rPr lang="sv-SE" sz="1000">
                <a:solidFill>
                  <a:schemeClr val="dk1"/>
                </a:solidFill>
                <a:latin typeface="Work Sans"/>
                <a:ea typeface="Work Sans"/>
                <a:cs typeface="Work Sans"/>
                <a:sym typeface="Work Sans"/>
              </a:rPr>
              <a:t>Markera ett eller flera objekt i listan. Dra markeringen uppåt eller nedåt, eller klicka på knappen uppåt.</a:t>
            </a:r>
            <a:endParaRPr/>
          </a:p>
          <a:p>
            <a:pPr indent="0" lvl="0" marL="0" marR="0" rtl="0" algn="l">
              <a:spcBef>
                <a:spcPts val="600"/>
              </a:spcBef>
              <a:spcAft>
                <a:spcPts val="0"/>
              </a:spcAft>
              <a:buClr>
                <a:srgbClr val="595959"/>
              </a:buClr>
              <a:buSzPts val="1000"/>
              <a:buFont typeface="Calibri"/>
              <a:buNone/>
            </a:pPr>
            <a:r>
              <a:rPr lang="sv-SE" sz="1000">
                <a:solidFill>
                  <a:schemeClr val="dk1"/>
                </a:solidFill>
                <a:latin typeface="Work Sans"/>
                <a:ea typeface="Work Sans"/>
                <a:cs typeface="Work Sans"/>
                <a:sym typeface="Work Sans"/>
              </a:rPr>
              <a:t>Dra objekten till de har den ordning du vill. Detta påverkar inte layouten på sidan utan bara vilken ordning de läses in maskinellt. </a:t>
            </a:r>
            <a:endParaRPr/>
          </a:p>
        </p:txBody>
      </p:sp>
      <p:sp>
        <p:nvSpPr>
          <p:cNvPr id="113" name="Google Shape;113;p27"/>
          <p:cNvSpPr txBox="1"/>
          <p:nvPr/>
        </p:nvSpPr>
        <p:spPr>
          <a:xfrm>
            <a:off x="934309" y="2231036"/>
            <a:ext cx="424815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1400">
                <a:solidFill>
                  <a:schemeClr val="dk1"/>
                </a:solidFill>
                <a:latin typeface="Work Sans Medium"/>
                <a:ea typeface="Work Sans Medium"/>
                <a:cs typeface="Work Sans Medium"/>
                <a:sym typeface="Work Sans Medium"/>
              </a:rPr>
              <a:t>Lägg till alternativ text för bilder/figurer</a:t>
            </a:r>
            <a:endParaRPr/>
          </a:p>
        </p:txBody>
      </p:sp>
      <p:sp>
        <p:nvSpPr>
          <p:cNvPr id="114" name="Google Shape;114;p27"/>
          <p:cNvSpPr txBox="1"/>
          <p:nvPr/>
        </p:nvSpPr>
        <p:spPr>
          <a:xfrm>
            <a:off x="5543785" y="2231036"/>
            <a:ext cx="424815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1400">
                <a:solidFill>
                  <a:schemeClr val="dk1"/>
                </a:solidFill>
                <a:latin typeface="Work Sans Medium"/>
                <a:ea typeface="Work Sans Medium"/>
                <a:cs typeface="Work Sans Medium"/>
                <a:sym typeface="Work Sans Medium"/>
              </a:rPr>
              <a:t>Dubbelkolla läsordningen</a:t>
            </a:r>
            <a:endParaRPr sz="1400">
              <a:solidFill>
                <a:schemeClr val="dk1"/>
              </a:solidFill>
              <a:latin typeface="Work Sans Medium"/>
              <a:ea typeface="Work Sans Medium"/>
              <a:cs typeface="Work Sans Medium"/>
              <a:sym typeface="Work Sans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llgänglighet Office 365/2019">
  <p:cSld name="Tillgänglighet Office 365/2019">
    <p:spTree>
      <p:nvGrpSpPr>
        <p:cNvPr id="115" name="Shape 115"/>
        <p:cNvGrpSpPr/>
        <p:nvPr/>
      </p:nvGrpSpPr>
      <p:grpSpPr>
        <a:xfrm>
          <a:off x="0" y="0"/>
          <a:ext cx="0" cy="0"/>
          <a:chOff x="0" y="0"/>
          <a:chExt cx="0" cy="0"/>
        </a:xfrm>
      </p:grpSpPr>
      <p:sp>
        <p:nvSpPr>
          <p:cNvPr id="116" name="Google Shape;116;p28"/>
          <p:cNvSpPr txBox="1"/>
          <p:nvPr/>
        </p:nvSpPr>
        <p:spPr>
          <a:xfrm>
            <a:off x="957359" y="821623"/>
            <a:ext cx="95351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3200">
                <a:solidFill>
                  <a:schemeClr val="dk1"/>
                </a:solidFill>
                <a:latin typeface="Work Sans"/>
                <a:ea typeface="Work Sans"/>
                <a:cs typeface="Work Sans"/>
                <a:sym typeface="Work Sans"/>
              </a:rPr>
              <a:t>Tillgänglighetsanpassa din presentation</a:t>
            </a:r>
            <a:endParaRPr/>
          </a:p>
        </p:txBody>
      </p:sp>
      <p:sp>
        <p:nvSpPr>
          <p:cNvPr id="117" name="Google Shape;117;p28"/>
          <p:cNvSpPr txBox="1"/>
          <p:nvPr/>
        </p:nvSpPr>
        <p:spPr>
          <a:xfrm>
            <a:off x="957359" y="1528186"/>
            <a:ext cx="93234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alibri"/>
              <a:buNone/>
            </a:pPr>
            <a:r>
              <a:rPr lang="sv-SE" sz="1400">
                <a:solidFill>
                  <a:schemeClr val="dk1"/>
                </a:solidFill>
                <a:latin typeface="Calibri"/>
                <a:ea typeface="Calibri"/>
                <a:cs typeface="Calibri"/>
                <a:sym typeface="Calibri"/>
              </a:rPr>
              <a:t>Mallen är inställd för att vara så tillgänglighetsanpassad som möjligt men det är två saker du behöver göra själv allt eftersom du adderar innehåll. </a:t>
            </a:r>
            <a:r>
              <a:rPr b="1" lang="sv-SE" sz="1400">
                <a:solidFill>
                  <a:schemeClr val="dk1"/>
                </a:solidFill>
                <a:latin typeface="Work Sans SemiBold"/>
                <a:ea typeface="Work Sans SemiBold"/>
                <a:cs typeface="Work Sans SemiBold"/>
                <a:sym typeface="Work Sans SemiBold"/>
              </a:rPr>
              <a:t>Instruktionerna nedan är för Office 365 eller Office 2019.</a:t>
            </a:r>
            <a:endParaRPr/>
          </a:p>
        </p:txBody>
      </p:sp>
      <p:sp>
        <p:nvSpPr>
          <p:cNvPr id="118" name="Google Shape;118;p28"/>
          <p:cNvSpPr txBox="1"/>
          <p:nvPr/>
        </p:nvSpPr>
        <p:spPr>
          <a:xfrm>
            <a:off x="947738" y="2600794"/>
            <a:ext cx="4234721" cy="1579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00"/>
              <a:buFont typeface="Work Sans"/>
              <a:buNone/>
            </a:pPr>
            <a:r>
              <a:rPr lang="sv-SE" sz="1000">
                <a:solidFill>
                  <a:schemeClr val="dk1"/>
                </a:solidFill>
                <a:latin typeface="Work Sans"/>
                <a:ea typeface="Work Sans"/>
                <a:cs typeface="Work Sans"/>
                <a:sym typeface="Work Sans"/>
              </a:rPr>
              <a:t>Högerklicka på en bild/figur och välj alternativet </a:t>
            </a:r>
            <a:r>
              <a:rPr i="1" lang="sv-SE" sz="1000">
                <a:solidFill>
                  <a:schemeClr val="dk1"/>
                </a:solidFill>
                <a:latin typeface="Work Sans"/>
                <a:ea typeface="Work Sans"/>
                <a:cs typeface="Work Sans"/>
                <a:sym typeface="Work Sans"/>
              </a:rPr>
              <a:t>Redigera alternativtext. </a:t>
            </a:r>
            <a:r>
              <a:rPr lang="sv-SE" sz="1000">
                <a:solidFill>
                  <a:schemeClr val="dk1"/>
                </a:solidFill>
                <a:latin typeface="Work Sans"/>
                <a:ea typeface="Work Sans"/>
                <a:cs typeface="Work Sans"/>
                <a:sym typeface="Work Sans"/>
              </a:rPr>
              <a:t>Då öppnas en flik till höger i fönstret. Beskriv din bild/figur med 1-2 meningar som läses upp av uppläsningsprogram för de som har nedsatt syn.</a:t>
            </a:r>
            <a:endParaRPr/>
          </a:p>
          <a:p>
            <a:pPr indent="0" lvl="0" marL="0" marR="0" rtl="0" algn="l">
              <a:spcBef>
                <a:spcPts val="1000"/>
              </a:spcBef>
              <a:spcAft>
                <a:spcPts val="0"/>
              </a:spcAft>
              <a:buClr>
                <a:schemeClr val="dk1"/>
              </a:buClr>
              <a:buSzPts val="1000"/>
              <a:buFont typeface="Work Sans"/>
              <a:buNone/>
            </a:pPr>
            <a:r>
              <a:rPr lang="sv-SE" sz="1000">
                <a:solidFill>
                  <a:schemeClr val="dk1"/>
                </a:solidFill>
                <a:latin typeface="Work Sans"/>
                <a:ea typeface="Work Sans"/>
                <a:cs typeface="Work Sans"/>
                <a:sym typeface="Work Sans"/>
              </a:rPr>
              <a:t>Har bilden/figuren inget informativt syfte och du vill exkludera den kan du istället klicka I checkrutan </a:t>
            </a:r>
            <a:r>
              <a:rPr i="1" lang="sv-SE" sz="1000">
                <a:solidFill>
                  <a:schemeClr val="dk1"/>
                </a:solidFill>
                <a:latin typeface="Work Sans"/>
                <a:ea typeface="Work Sans"/>
                <a:cs typeface="Work Sans"/>
                <a:sym typeface="Work Sans"/>
              </a:rPr>
              <a:t>Markera som dekorativt</a:t>
            </a:r>
            <a:r>
              <a:rPr lang="sv-SE" sz="1000">
                <a:solidFill>
                  <a:schemeClr val="dk1"/>
                </a:solidFill>
                <a:latin typeface="Work Sans"/>
                <a:ea typeface="Work Sans"/>
                <a:cs typeface="Work Sans"/>
                <a:sym typeface="Work Sans"/>
              </a:rPr>
              <a:t> under textrutan för alternativ text.</a:t>
            </a:r>
            <a:endParaRPr/>
          </a:p>
          <a:p>
            <a:pPr indent="0" lvl="0" marL="0" marR="0" rtl="0" algn="l">
              <a:spcBef>
                <a:spcPts val="1000"/>
              </a:spcBef>
              <a:spcAft>
                <a:spcPts val="0"/>
              </a:spcAft>
              <a:buNone/>
            </a:pPr>
            <a:r>
              <a:t/>
            </a:r>
            <a:endParaRPr sz="1000">
              <a:solidFill>
                <a:schemeClr val="dk1"/>
              </a:solidFill>
              <a:latin typeface="Work Sans"/>
              <a:ea typeface="Work Sans"/>
              <a:cs typeface="Work Sans"/>
              <a:sym typeface="Work Sans"/>
            </a:endParaRPr>
          </a:p>
        </p:txBody>
      </p:sp>
      <p:sp>
        <p:nvSpPr>
          <p:cNvPr id="119" name="Google Shape;119;p28"/>
          <p:cNvSpPr txBox="1"/>
          <p:nvPr/>
        </p:nvSpPr>
        <p:spPr>
          <a:xfrm>
            <a:off x="5549719" y="2600794"/>
            <a:ext cx="4234721"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1000">
                <a:solidFill>
                  <a:schemeClr val="dk1"/>
                </a:solidFill>
                <a:latin typeface="Work Sans"/>
                <a:ea typeface="Work Sans"/>
                <a:cs typeface="Work Sans"/>
                <a:sym typeface="Work Sans"/>
              </a:rPr>
              <a:t>Mallarna förinlagda fält har en uppsatt läsordning men adderar du ytterligare/egna textrutor, bilder, smart art eller annat innehåll som inte finns i mallen bör du kontrollera att läsordningen blir logisk, annars läses objekten in i ordningen de lagts till på sidan.</a:t>
            </a:r>
            <a:endParaRPr/>
          </a:p>
          <a:p>
            <a:pPr indent="0" lvl="0" marL="0" marR="0" rtl="0" algn="l">
              <a:spcBef>
                <a:spcPts val="600"/>
              </a:spcBef>
              <a:spcAft>
                <a:spcPts val="0"/>
              </a:spcAft>
              <a:buClr>
                <a:schemeClr val="dk1"/>
              </a:buClr>
              <a:buSzPts val="1000"/>
              <a:buFont typeface="Work Sans"/>
              <a:buNone/>
            </a:pPr>
            <a:r>
              <a:rPr b="1" lang="sv-SE" sz="1000">
                <a:solidFill>
                  <a:schemeClr val="dk1"/>
                </a:solidFill>
                <a:latin typeface="Work Sans"/>
                <a:ea typeface="Work Sans"/>
                <a:cs typeface="Work Sans"/>
                <a:sym typeface="Work Sans"/>
              </a:rPr>
              <a:t>Läsordningen styr du genom:</a:t>
            </a:r>
            <a:endParaRPr/>
          </a:p>
          <a:p>
            <a:pPr indent="-228600" lvl="0" marL="228600" marR="0" rtl="0" algn="l">
              <a:spcBef>
                <a:spcPts val="600"/>
              </a:spcBef>
              <a:spcAft>
                <a:spcPts val="0"/>
              </a:spcAft>
              <a:buClr>
                <a:srgbClr val="595959"/>
              </a:buClr>
              <a:buSzPts val="1000"/>
              <a:buFont typeface="Calibri"/>
              <a:buAutoNum type="arabicPeriod"/>
            </a:pPr>
            <a:r>
              <a:rPr lang="sv-SE" sz="1000">
                <a:solidFill>
                  <a:schemeClr val="dk1"/>
                </a:solidFill>
                <a:latin typeface="Work Sans"/>
                <a:ea typeface="Work Sans"/>
                <a:cs typeface="Work Sans"/>
                <a:sym typeface="Work Sans"/>
              </a:rPr>
              <a:t>På fliken </a:t>
            </a:r>
            <a:r>
              <a:rPr b="0" i="1" lang="sv-SE" sz="1000">
                <a:solidFill>
                  <a:schemeClr val="dk1"/>
                </a:solidFill>
                <a:latin typeface="Work Sans"/>
                <a:ea typeface="Work Sans"/>
                <a:cs typeface="Work Sans"/>
                <a:sym typeface="Work Sans"/>
              </a:rPr>
              <a:t>Start </a:t>
            </a:r>
            <a:r>
              <a:rPr lang="sv-SE" sz="1000">
                <a:solidFill>
                  <a:schemeClr val="dk1"/>
                </a:solidFill>
                <a:latin typeface="Work Sans"/>
                <a:ea typeface="Work Sans"/>
                <a:cs typeface="Work Sans"/>
                <a:sym typeface="Work Sans"/>
              </a:rPr>
              <a:t>väljer du</a:t>
            </a:r>
            <a:r>
              <a:rPr b="0" i="1" lang="sv-SE" sz="1000">
                <a:solidFill>
                  <a:schemeClr val="dk1"/>
                </a:solidFill>
                <a:latin typeface="Work Sans"/>
                <a:ea typeface="Work Sans"/>
                <a:cs typeface="Work Sans"/>
                <a:sym typeface="Work Sans"/>
              </a:rPr>
              <a:t> Ordna.</a:t>
            </a:r>
            <a:endParaRPr sz="1000">
              <a:solidFill>
                <a:schemeClr val="dk1"/>
              </a:solidFill>
              <a:latin typeface="Work Sans"/>
              <a:ea typeface="Work Sans"/>
              <a:cs typeface="Work Sans"/>
              <a:sym typeface="Work Sans"/>
            </a:endParaRPr>
          </a:p>
          <a:p>
            <a:pPr indent="-228600" lvl="0" marL="228600" marR="0" rtl="0" algn="l">
              <a:spcBef>
                <a:spcPts val="600"/>
              </a:spcBef>
              <a:spcAft>
                <a:spcPts val="0"/>
              </a:spcAft>
              <a:buClr>
                <a:srgbClr val="595959"/>
              </a:buClr>
              <a:buSzPts val="1000"/>
              <a:buFont typeface="Calibri"/>
              <a:buAutoNum type="arabicPeriod"/>
            </a:pPr>
            <a:r>
              <a:rPr lang="sv-SE" sz="1000">
                <a:solidFill>
                  <a:schemeClr val="dk1"/>
                </a:solidFill>
                <a:latin typeface="Work Sans"/>
                <a:ea typeface="Work Sans"/>
                <a:cs typeface="Work Sans"/>
                <a:sym typeface="Work Sans"/>
              </a:rPr>
              <a:t>På menyn </a:t>
            </a:r>
            <a:r>
              <a:rPr b="0" i="1" lang="sv-SE" sz="1000">
                <a:solidFill>
                  <a:schemeClr val="dk1"/>
                </a:solidFill>
                <a:latin typeface="Work Sans"/>
                <a:ea typeface="Work Sans"/>
                <a:cs typeface="Work Sans"/>
                <a:sym typeface="Work Sans"/>
              </a:rPr>
              <a:t>Ordna </a:t>
            </a:r>
            <a:r>
              <a:rPr lang="sv-SE" sz="1000">
                <a:solidFill>
                  <a:schemeClr val="dk1"/>
                </a:solidFill>
                <a:latin typeface="Work Sans"/>
                <a:ea typeface="Work Sans"/>
                <a:cs typeface="Work Sans"/>
                <a:sym typeface="Work Sans"/>
              </a:rPr>
              <a:t>väljer du</a:t>
            </a:r>
            <a:r>
              <a:rPr b="0" i="1" lang="sv-SE" sz="1000">
                <a:solidFill>
                  <a:schemeClr val="dk1"/>
                </a:solidFill>
                <a:latin typeface="Work Sans"/>
                <a:ea typeface="Work Sans"/>
                <a:cs typeface="Work Sans"/>
                <a:sym typeface="Work Sans"/>
              </a:rPr>
              <a:t> Markeringsfönster.</a:t>
            </a:r>
            <a:endParaRPr sz="1000">
              <a:solidFill>
                <a:schemeClr val="dk1"/>
              </a:solidFill>
              <a:latin typeface="Work Sans"/>
              <a:ea typeface="Work Sans"/>
              <a:cs typeface="Work Sans"/>
              <a:sym typeface="Work Sans"/>
            </a:endParaRPr>
          </a:p>
          <a:p>
            <a:pPr indent="0" lvl="0" marL="0" marR="0" rtl="0" algn="l">
              <a:spcBef>
                <a:spcPts val="600"/>
              </a:spcBef>
              <a:spcAft>
                <a:spcPts val="0"/>
              </a:spcAft>
              <a:buClr>
                <a:srgbClr val="595959"/>
              </a:buClr>
              <a:buSzPts val="1000"/>
              <a:buFont typeface="Calibri"/>
              <a:buNone/>
            </a:pPr>
            <a:r>
              <a:rPr lang="sv-SE" sz="1000">
                <a:solidFill>
                  <a:schemeClr val="dk1"/>
                </a:solidFill>
                <a:latin typeface="Work Sans"/>
                <a:ea typeface="Work Sans"/>
                <a:cs typeface="Work Sans"/>
                <a:sym typeface="Work Sans"/>
              </a:rPr>
              <a:t>Då öppnas en flik till höger I fönstret. Dra objekten tills de har den ordning du vill. Detta påverkar inte layouten på sidan utan bara vilken ordning de läses in maskinellt. </a:t>
            </a:r>
            <a:endParaRPr/>
          </a:p>
        </p:txBody>
      </p:sp>
      <p:sp>
        <p:nvSpPr>
          <p:cNvPr id="120" name="Google Shape;120;p28"/>
          <p:cNvSpPr txBox="1"/>
          <p:nvPr/>
        </p:nvSpPr>
        <p:spPr>
          <a:xfrm>
            <a:off x="934309" y="2231036"/>
            <a:ext cx="424815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1400">
                <a:solidFill>
                  <a:schemeClr val="dk1"/>
                </a:solidFill>
                <a:latin typeface="Work Sans Medium"/>
                <a:ea typeface="Work Sans Medium"/>
                <a:cs typeface="Work Sans Medium"/>
                <a:sym typeface="Work Sans Medium"/>
              </a:rPr>
              <a:t>Lägg till alternativ text för bilder/figurer</a:t>
            </a:r>
            <a:endParaRPr/>
          </a:p>
        </p:txBody>
      </p:sp>
      <p:sp>
        <p:nvSpPr>
          <p:cNvPr id="121" name="Google Shape;121;p28"/>
          <p:cNvSpPr txBox="1"/>
          <p:nvPr/>
        </p:nvSpPr>
        <p:spPr>
          <a:xfrm>
            <a:off x="5543785" y="2231036"/>
            <a:ext cx="424815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sv-SE" sz="1400">
                <a:solidFill>
                  <a:schemeClr val="dk1"/>
                </a:solidFill>
                <a:latin typeface="Work Sans Medium"/>
                <a:ea typeface="Work Sans Medium"/>
                <a:cs typeface="Work Sans Medium"/>
                <a:sym typeface="Work Sans Medium"/>
              </a:rPr>
              <a:t>Dubbelkolla läsordningen</a:t>
            </a:r>
            <a:endParaRPr sz="1400">
              <a:solidFill>
                <a:schemeClr val="dk1"/>
              </a:solidFill>
              <a:latin typeface="Work Sans Medium"/>
              <a:ea typeface="Work Sans Medium"/>
              <a:cs typeface="Work Sans Medium"/>
              <a:sym typeface="Work Sans Medium"/>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00075" y="1169520"/>
            <a:ext cx="10990263" cy="568412"/>
          </a:xfrm>
          <a:prstGeom prst="rect">
            <a:avLst/>
          </a:prstGeom>
          <a:noFill/>
          <a:ln>
            <a:noFill/>
          </a:ln>
        </p:spPr>
        <p:txBody>
          <a:bodyPr anchorCtr="0" anchor="t" bIns="45700" lIns="91425" spcFirstLastPara="1" rIns="91425" wrap="square" tIns="108000">
            <a:noAutofit/>
          </a:bodyPr>
          <a:lstStyle>
            <a:lvl1pPr lvl="0" marR="0" rtl="0" algn="l">
              <a:lnSpc>
                <a:spcPct val="120000"/>
              </a:lnSpc>
              <a:spcBef>
                <a:spcPts val="0"/>
              </a:spcBef>
              <a:spcAft>
                <a:spcPts val="0"/>
              </a:spcAft>
              <a:buClr>
                <a:schemeClr val="lt1"/>
              </a:buClr>
              <a:buSzPts val="3200"/>
              <a:buFont typeface="Work Sans"/>
              <a:buNone/>
              <a:defRPr b="0" i="0" sz="3200" u="none" cap="none" strike="noStrike">
                <a:solidFill>
                  <a:schemeClr val="lt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600075" y="1795850"/>
            <a:ext cx="10990263" cy="4530302"/>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32500"/>
              </a:lnSpc>
              <a:spcBef>
                <a:spcPts val="300"/>
              </a:spcBef>
              <a:spcAft>
                <a:spcPts val="0"/>
              </a:spcAft>
              <a:buClr>
                <a:srgbClr val="FEFEFE"/>
              </a:buClr>
              <a:buSzPts val="1600"/>
              <a:buFont typeface="Arial"/>
              <a:buChar char="•"/>
              <a:defRPr b="0" i="0" sz="1600" u="none" cap="none" strike="noStrike">
                <a:solidFill>
                  <a:srgbClr val="FEFEFE"/>
                </a:solidFill>
                <a:latin typeface="Work Sans"/>
                <a:ea typeface="Work Sans"/>
                <a:cs typeface="Work Sans"/>
                <a:sym typeface="Work Sans"/>
              </a:defRPr>
            </a:lvl1pPr>
            <a:lvl2pPr indent="-317500" lvl="1" marL="914400" marR="0" rtl="0" algn="l">
              <a:lnSpc>
                <a:spcPct val="90000"/>
              </a:lnSpc>
              <a:spcBef>
                <a:spcPts val="500"/>
              </a:spcBef>
              <a:spcAft>
                <a:spcPts val="0"/>
              </a:spcAft>
              <a:buClr>
                <a:srgbClr val="FEFEFE"/>
              </a:buClr>
              <a:buSzPts val="1400"/>
              <a:buFont typeface="Arial"/>
              <a:buChar char="•"/>
              <a:defRPr b="0" i="0" sz="1400" u="none" cap="none" strike="noStrike">
                <a:solidFill>
                  <a:srgbClr val="FEFEFE"/>
                </a:solidFill>
                <a:latin typeface="Work Sans"/>
                <a:ea typeface="Work Sans"/>
                <a:cs typeface="Work Sans"/>
                <a:sym typeface="Work Sans"/>
              </a:defRPr>
            </a:lvl2pPr>
            <a:lvl3pPr indent="-304800" lvl="2" marL="1371600" marR="0" rtl="0" algn="l">
              <a:lnSpc>
                <a:spcPct val="90000"/>
              </a:lnSpc>
              <a:spcBef>
                <a:spcPts val="500"/>
              </a:spcBef>
              <a:spcAft>
                <a:spcPts val="0"/>
              </a:spcAft>
              <a:buClr>
                <a:srgbClr val="FEFEFE"/>
              </a:buClr>
              <a:buSzPts val="1200"/>
              <a:buFont typeface="Arial"/>
              <a:buChar char="•"/>
              <a:defRPr b="0" i="0" sz="1200" u="none" cap="none" strike="noStrike">
                <a:solidFill>
                  <a:srgbClr val="FEFEFE"/>
                </a:solidFill>
                <a:latin typeface="Work Sans"/>
                <a:ea typeface="Work Sans"/>
                <a:cs typeface="Work Sans"/>
                <a:sym typeface="Work Sans"/>
              </a:defRPr>
            </a:lvl3pPr>
            <a:lvl4pPr indent="-292100" lvl="3" marL="1828800" marR="0" rtl="0" algn="l">
              <a:lnSpc>
                <a:spcPct val="90000"/>
              </a:lnSpc>
              <a:spcBef>
                <a:spcPts val="500"/>
              </a:spcBef>
              <a:spcAft>
                <a:spcPts val="0"/>
              </a:spcAft>
              <a:buClr>
                <a:srgbClr val="FEFEFE"/>
              </a:buClr>
              <a:buSzPts val="1000"/>
              <a:buFont typeface="Arial"/>
              <a:buChar char="•"/>
              <a:defRPr b="0" i="0" sz="1000" u="none" cap="none" strike="noStrike">
                <a:solidFill>
                  <a:srgbClr val="FEFEFE"/>
                </a:solidFill>
                <a:latin typeface="Work Sans"/>
                <a:ea typeface="Work Sans"/>
                <a:cs typeface="Work Sans"/>
                <a:sym typeface="Work Sans"/>
              </a:defRPr>
            </a:lvl4pPr>
            <a:lvl5pPr indent="-292100" lvl="4" marL="2286000" marR="0" rtl="0" algn="l">
              <a:lnSpc>
                <a:spcPct val="90000"/>
              </a:lnSpc>
              <a:spcBef>
                <a:spcPts val="500"/>
              </a:spcBef>
              <a:spcAft>
                <a:spcPts val="0"/>
              </a:spcAft>
              <a:buClr>
                <a:srgbClr val="FEFEFE"/>
              </a:buClr>
              <a:buSzPts val="1000"/>
              <a:buFont typeface="Arial"/>
              <a:buChar char="•"/>
              <a:defRPr b="0" i="0" sz="1000" u="none" cap="none" strike="noStrike">
                <a:solidFill>
                  <a:srgbClr val="FEFEFE"/>
                </a:solidFill>
                <a:latin typeface="Work Sans"/>
                <a:ea typeface="Work Sans"/>
                <a:cs typeface="Work Sans"/>
                <a:sym typeface="Work Sans"/>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12" name="Google Shape;12;p1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accent2"/>
                </a:solidFill>
                <a:latin typeface="Work Sans"/>
                <a:ea typeface="Work Sans"/>
                <a:cs typeface="Work Sans"/>
                <a:sym typeface="Work Sans"/>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3" name="Google Shape;13;p1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700" u="none" cap="none" strike="noStrike">
                <a:solidFill>
                  <a:schemeClr val="accent2"/>
                </a:solidFill>
                <a:latin typeface="Work Sans"/>
                <a:ea typeface="Work Sans"/>
                <a:cs typeface="Work Sans"/>
                <a:sym typeface="Work Sans"/>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4" name="Google Shape;14;p1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700" u="none" cap="none" strike="noStrike">
                <a:solidFill>
                  <a:schemeClr val="accent2"/>
                </a:solidFill>
                <a:latin typeface="Work Sans"/>
                <a:ea typeface="Work Sans"/>
                <a:cs typeface="Work Sans"/>
                <a:sym typeface="Work Sans"/>
              </a:defRPr>
            </a:lvl1pPr>
            <a:lvl2pPr indent="0" lvl="1" marL="0" marR="0" rtl="0" algn="r">
              <a:spcBef>
                <a:spcPts val="0"/>
              </a:spcBef>
              <a:buNone/>
              <a:defRPr b="0" i="0" sz="700" u="none" cap="none" strike="noStrike">
                <a:solidFill>
                  <a:schemeClr val="accent2"/>
                </a:solidFill>
                <a:latin typeface="Work Sans"/>
                <a:ea typeface="Work Sans"/>
                <a:cs typeface="Work Sans"/>
                <a:sym typeface="Work Sans"/>
              </a:defRPr>
            </a:lvl2pPr>
            <a:lvl3pPr indent="0" lvl="2" marL="0" marR="0" rtl="0" algn="r">
              <a:spcBef>
                <a:spcPts val="0"/>
              </a:spcBef>
              <a:buNone/>
              <a:defRPr b="0" i="0" sz="700" u="none" cap="none" strike="noStrike">
                <a:solidFill>
                  <a:schemeClr val="accent2"/>
                </a:solidFill>
                <a:latin typeface="Work Sans"/>
                <a:ea typeface="Work Sans"/>
                <a:cs typeface="Work Sans"/>
                <a:sym typeface="Work Sans"/>
              </a:defRPr>
            </a:lvl3pPr>
            <a:lvl4pPr indent="0" lvl="3" marL="0" marR="0" rtl="0" algn="r">
              <a:spcBef>
                <a:spcPts val="0"/>
              </a:spcBef>
              <a:buNone/>
              <a:defRPr b="0" i="0" sz="700" u="none" cap="none" strike="noStrike">
                <a:solidFill>
                  <a:schemeClr val="accent2"/>
                </a:solidFill>
                <a:latin typeface="Work Sans"/>
                <a:ea typeface="Work Sans"/>
                <a:cs typeface="Work Sans"/>
                <a:sym typeface="Work Sans"/>
              </a:defRPr>
            </a:lvl4pPr>
            <a:lvl5pPr indent="0" lvl="4" marL="0" marR="0" rtl="0" algn="r">
              <a:spcBef>
                <a:spcPts val="0"/>
              </a:spcBef>
              <a:buNone/>
              <a:defRPr b="0" i="0" sz="700" u="none" cap="none" strike="noStrike">
                <a:solidFill>
                  <a:schemeClr val="accent2"/>
                </a:solidFill>
                <a:latin typeface="Work Sans"/>
                <a:ea typeface="Work Sans"/>
                <a:cs typeface="Work Sans"/>
                <a:sym typeface="Work Sans"/>
              </a:defRPr>
            </a:lvl5pPr>
            <a:lvl6pPr indent="0" lvl="5" marL="0" marR="0" rtl="0" algn="r">
              <a:spcBef>
                <a:spcPts val="0"/>
              </a:spcBef>
              <a:buNone/>
              <a:defRPr b="0" i="0" sz="700" u="none" cap="none" strike="noStrike">
                <a:solidFill>
                  <a:schemeClr val="accent2"/>
                </a:solidFill>
                <a:latin typeface="Work Sans"/>
                <a:ea typeface="Work Sans"/>
                <a:cs typeface="Work Sans"/>
                <a:sym typeface="Work Sans"/>
              </a:defRPr>
            </a:lvl6pPr>
            <a:lvl7pPr indent="0" lvl="6" marL="0" marR="0" rtl="0" algn="r">
              <a:spcBef>
                <a:spcPts val="0"/>
              </a:spcBef>
              <a:buNone/>
              <a:defRPr b="0" i="0" sz="700" u="none" cap="none" strike="noStrike">
                <a:solidFill>
                  <a:schemeClr val="accent2"/>
                </a:solidFill>
                <a:latin typeface="Work Sans"/>
                <a:ea typeface="Work Sans"/>
                <a:cs typeface="Work Sans"/>
                <a:sym typeface="Work Sans"/>
              </a:defRPr>
            </a:lvl7pPr>
            <a:lvl8pPr indent="0" lvl="7" marL="0" marR="0" rtl="0" algn="r">
              <a:spcBef>
                <a:spcPts val="0"/>
              </a:spcBef>
              <a:buNone/>
              <a:defRPr b="0" i="0" sz="700" u="none" cap="none" strike="noStrike">
                <a:solidFill>
                  <a:schemeClr val="accent2"/>
                </a:solidFill>
                <a:latin typeface="Work Sans"/>
                <a:ea typeface="Work Sans"/>
                <a:cs typeface="Work Sans"/>
                <a:sym typeface="Work Sans"/>
              </a:defRPr>
            </a:lvl8pPr>
            <a:lvl9pPr indent="0" lvl="8" marL="0" marR="0" rtl="0" algn="r">
              <a:spcBef>
                <a:spcPts val="0"/>
              </a:spcBef>
              <a:buNone/>
              <a:defRPr b="0" i="0" sz="700" u="none" cap="none" strike="noStrike">
                <a:solidFill>
                  <a:schemeClr val="accent2"/>
                </a:solidFill>
                <a:latin typeface="Work Sans"/>
                <a:ea typeface="Work Sans"/>
                <a:cs typeface="Work Sans"/>
                <a:sym typeface="Work Sans"/>
              </a:defRPr>
            </a:lvl9pPr>
          </a:lstStyle>
          <a:p>
            <a:pPr indent="0" lvl="0" marL="0" rtl="0" algn="r">
              <a:spcBef>
                <a:spcPts val="0"/>
              </a:spcBef>
              <a:spcAft>
                <a:spcPts val="0"/>
              </a:spcAft>
              <a:buNone/>
            </a:pPr>
            <a:fld id="{00000000-1234-1234-1234-123412341234}" type="slidenum">
              <a:rPr lang="sv-SE"/>
              <a:t>‹#›</a:t>
            </a:fld>
            <a:endParaRPr/>
          </a:p>
        </p:txBody>
      </p:sp>
      <p:pic>
        <p:nvPicPr>
          <p:cNvPr id="15" name="Google Shape;15;p13"/>
          <p:cNvPicPr preferRelativeResize="0"/>
          <p:nvPr/>
        </p:nvPicPr>
        <p:blipFill rotWithShape="1">
          <a:blip r:embed="rId1">
            <a:alphaModFix/>
          </a:blip>
          <a:srcRect b="0" l="0" r="0" t="0"/>
          <a:stretch/>
        </p:blipFill>
        <p:spPr>
          <a:xfrm>
            <a:off x="10838284" y="5633192"/>
            <a:ext cx="838515" cy="7971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sp>
        <p:nvSpPr>
          <p:cNvPr id="21" name="Google Shape;21;p12"/>
          <p:cNvSpPr txBox="1"/>
          <p:nvPr>
            <p:ph type="title"/>
          </p:nvPr>
        </p:nvSpPr>
        <p:spPr>
          <a:xfrm>
            <a:off x="600075" y="1169520"/>
            <a:ext cx="10990263" cy="568412"/>
          </a:xfrm>
          <a:prstGeom prst="rect">
            <a:avLst/>
          </a:prstGeom>
          <a:noFill/>
          <a:ln>
            <a:noFill/>
          </a:ln>
        </p:spPr>
        <p:txBody>
          <a:bodyPr anchorCtr="0" anchor="t" bIns="45700" lIns="91425" spcFirstLastPara="1" rIns="91425" wrap="square" tIns="108000">
            <a:noAutofit/>
          </a:bodyPr>
          <a:lstStyle>
            <a:lvl1pPr lvl="0" marR="0" rtl="0" algn="l">
              <a:lnSpc>
                <a:spcPct val="120000"/>
              </a:lnSpc>
              <a:spcBef>
                <a:spcPts val="0"/>
              </a:spcBef>
              <a:spcAft>
                <a:spcPts val="0"/>
              </a:spcAft>
              <a:buClr>
                <a:schemeClr val="dk1"/>
              </a:buClr>
              <a:buSzPts val="3200"/>
              <a:buFont typeface="Work Sans"/>
              <a:buNone/>
              <a:defRPr b="0" i="0" sz="3200" u="none" cap="none" strike="noStrik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2"/>
          <p:cNvSpPr txBox="1"/>
          <p:nvPr>
            <p:ph idx="1" type="body"/>
          </p:nvPr>
        </p:nvSpPr>
        <p:spPr>
          <a:xfrm>
            <a:off x="600075" y="1795850"/>
            <a:ext cx="10990263" cy="4530302"/>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32500"/>
              </a:lnSpc>
              <a:spcBef>
                <a:spcPts val="300"/>
              </a:spcBef>
              <a:spcAft>
                <a:spcPts val="0"/>
              </a:spcAft>
              <a:buClr>
                <a:srgbClr val="595959"/>
              </a:buClr>
              <a:buSzPts val="1600"/>
              <a:buFont typeface="Arial"/>
              <a:buChar char="•"/>
              <a:defRPr b="0" i="0" sz="1600" u="none" cap="none" strike="noStrike">
                <a:solidFill>
                  <a:srgbClr val="595959"/>
                </a:solidFill>
                <a:latin typeface="Work Sans"/>
                <a:ea typeface="Work Sans"/>
                <a:cs typeface="Work Sans"/>
                <a:sym typeface="Work Sans"/>
              </a:defRPr>
            </a:lvl1pPr>
            <a:lvl2pPr indent="-317500" lvl="1" marL="914400" marR="0" rtl="0" algn="l">
              <a:lnSpc>
                <a:spcPct val="90000"/>
              </a:lnSpc>
              <a:spcBef>
                <a:spcPts val="500"/>
              </a:spcBef>
              <a:spcAft>
                <a:spcPts val="0"/>
              </a:spcAft>
              <a:buClr>
                <a:srgbClr val="595959"/>
              </a:buClr>
              <a:buSzPts val="1400"/>
              <a:buFont typeface="Arial"/>
              <a:buChar char="•"/>
              <a:defRPr b="0" i="0" sz="1400" u="none" cap="none" strike="noStrike">
                <a:solidFill>
                  <a:srgbClr val="595959"/>
                </a:solidFill>
                <a:latin typeface="Work Sans"/>
                <a:ea typeface="Work Sans"/>
                <a:cs typeface="Work Sans"/>
                <a:sym typeface="Work Sans"/>
              </a:defRPr>
            </a:lvl2pPr>
            <a:lvl3pPr indent="-304800" lvl="2" marL="1371600" marR="0" rtl="0" algn="l">
              <a:lnSpc>
                <a:spcPct val="90000"/>
              </a:lnSpc>
              <a:spcBef>
                <a:spcPts val="500"/>
              </a:spcBef>
              <a:spcAft>
                <a:spcPts val="0"/>
              </a:spcAft>
              <a:buClr>
                <a:srgbClr val="595959"/>
              </a:buClr>
              <a:buSzPts val="1200"/>
              <a:buFont typeface="Arial"/>
              <a:buChar char="•"/>
              <a:defRPr b="0" i="0" sz="1200" u="none" cap="none" strike="noStrike">
                <a:solidFill>
                  <a:srgbClr val="595959"/>
                </a:solidFill>
                <a:latin typeface="Work Sans"/>
                <a:ea typeface="Work Sans"/>
                <a:cs typeface="Work Sans"/>
                <a:sym typeface="Work Sans"/>
              </a:defRPr>
            </a:lvl3pPr>
            <a:lvl4pPr indent="-292100" lvl="3" marL="1828800" marR="0" rtl="0" algn="l">
              <a:lnSpc>
                <a:spcPct val="90000"/>
              </a:lnSpc>
              <a:spcBef>
                <a:spcPts val="500"/>
              </a:spcBef>
              <a:spcAft>
                <a:spcPts val="0"/>
              </a:spcAft>
              <a:buClr>
                <a:srgbClr val="595959"/>
              </a:buClr>
              <a:buSzPts val="1000"/>
              <a:buFont typeface="Arial"/>
              <a:buChar char="•"/>
              <a:defRPr b="0" i="0" sz="1000" u="none" cap="none" strike="noStrike">
                <a:solidFill>
                  <a:srgbClr val="595959"/>
                </a:solidFill>
                <a:latin typeface="Work Sans"/>
                <a:ea typeface="Work Sans"/>
                <a:cs typeface="Work Sans"/>
                <a:sym typeface="Work Sans"/>
              </a:defRPr>
            </a:lvl4pPr>
            <a:lvl5pPr indent="-292100" lvl="4" marL="2286000" marR="0" rtl="0" algn="l">
              <a:lnSpc>
                <a:spcPct val="90000"/>
              </a:lnSpc>
              <a:spcBef>
                <a:spcPts val="500"/>
              </a:spcBef>
              <a:spcAft>
                <a:spcPts val="0"/>
              </a:spcAft>
              <a:buClr>
                <a:srgbClr val="595959"/>
              </a:buClr>
              <a:buSzPts val="1000"/>
              <a:buFont typeface="Arial"/>
              <a:buChar char="•"/>
              <a:defRPr b="0" i="0" sz="1000" u="none" cap="none" strike="noStrike">
                <a:solidFill>
                  <a:srgbClr val="595959"/>
                </a:solidFill>
                <a:latin typeface="Work Sans"/>
                <a:ea typeface="Work Sans"/>
                <a:cs typeface="Work Sans"/>
                <a:sym typeface="Work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 name="Google Shape;23;p1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accent2"/>
                </a:solidFill>
                <a:latin typeface="Work Sans"/>
                <a:ea typeface="Work Sans"/>
                <a:cs typeface="Work Sans"/>
                <a:sym typeface="Work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1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700" u="none" cap="none" strike="noStrike">
                <a:solidFill>
                  <a:schemeClr val="accent2"/>
                </a:solidFill>
                <a:latin typeface="Work Sans"/>
                <a:ea typeface="Work Sans"/>
                <a:cs typeface="Work Sans"/>
                <a:sym typeface="Work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700" u="none" cap="none" strike="noStrike">
                <a:solidFill>
                  <a:schemeClr val="accent2"/>
                </a:solidFill>
                <a:latin typeface="Work Sans"/>
                <a:ea typeface="Work Sans"/>
                <a:cs typeface="Work Sans"/>
                <a:sym typeface="Work Sans"/>
              </a:defRPr>
            </a:lvl1pPr>
            <a:lvl2pPr indent="0" lvl="1" marL="0" marR="0" rtl="0" algn="r">
              <a:spcBef>
                <a:spcPts val="0"/>
              </a:spcBef>
              <a:buNone/>
              <a:defRPr b="0" i="0" sz="700" u="none" cap="none" strike="noStrike">
                <a:solidFill>
                  <a:schemeClr val="accent2"/>
                </a:solidFill>
                <a:latin typeface="Work Sans"/>
                <a:ea typeface="Work Sans"/>
                <a:cs typeface="Work Sans"/>
                <a:sym typeface="Work Sans"/>
              </a:defRPr>
            </a:lvl2pPr>
            <a:lvl3pPr indent="0" lvl="2" marL="0" marR="0" rtl="0" algn="r">
              <a:spcBef>
                <a:spcPts val="0"/>
              </a:spcBef>
              <a:buNone/>
              <a:defRPr b="0" i="0" sz="700" u="none" cap="none" strike="noStrike">
                <a:solidFill>
                  <a:schemeClr val="accent2"/>
                </a:solidFill>
                <a:latin typeface="Work Sans"/>
                <a:ea typeface="Work Sans"/>
                <a:cs typeface="Work Sans"/>
                <a:sym typeface="Work Sans"/>
              </a:defRPr>
            </a:lvl3pPr>
            <a:lvl4pPr indent="0" lvl="3" marL="0" marR="0" rtl="0" algn="r">
              <a:spcBef>
                <a:spcPts val="0"/>
              </a:spcBef>
              <a:buNone/>
              <a:defRPr b="0" i="0" sz="700" u="none" cap="none" strike="noStrike">
                <a:solidFill>
                  <a:schemeClr val="accent2"/>
                </a:solidFill>
                <a:latin typeface="Work Sans"/>
                <a:ea typeface="Work Sans"/>
                <a:cs typeface="Work Sans"/>
                <a:sym typeface="Work Sans"/>
              </a:defRPr>
            </a:lvl4pPr>
            <a:lvl5pPr indent="0" lvl="4" marL="0" marR="0" rtl="0" algn="r">
              <a:spcBef>
                <a:spcPts val="0"/>
              </a:spcBef>
              <a:buNone/>
              <a:defRPr b="0" i="0" sz="700" u="none" cap="none" strike="noStrike">
                <a:solidFill>
                  <a:schemeClr val="accent2"/>
                </a:solidFill>
                <a:latin typeface="Work Sans"/>
                <a:ea typeface="Work Sans"/>
                <a:cs typeface="Work Sans"/>
                <a:sym typeface="Work Sans"/>
              </a:defRPr>
            </a:lvl5pPr>
            <a:lvl6pPr indent="0" lvl="5" marL="0" marR="0" rtl="0" algn="r">
              <a:spcBef>
                <a:spcPts val="0"/>
              </a:spcBef>
              <a:buNone/>
              <a:defRPr b="0" i="0" sz="700" u="none" cap="none" strike="noStrike">
                <a:solidFill>
                  <a:schemeClr val="accent2"/>
                </a:solidFill>
                <a:latin typeface="Work Sans"/>
                <a:ea typeface="Work Sans"/>
                <a:cs typeface="Work Sans"/>
                <a:sym typeface="Work Sans"/>
              </a:defRPr>
            </a:lvl6pPr>
            <a:lvl7pPr indent="0" lvl="6" marL="0" marR="0" rtl="0" algn="r">
              <a:spcBef>
                <a:spcPts val="0"/>
              </a:spcBef>
              <a:buNone/>
              <a:defRPr b="0" i="0" sz="700" u="none" cap="none" strike="noStrike">
                <a:solidFill>
                  <a:schemeClr val="accent2"/>
                </a:solidFill>
                <a:latin typeface="Work Sans"/>
                <a:ea typeface="Work Sans"/>
                <a:cs typeface="Work Sans"/>
                <a:sym typeface="Work Sans"/>
              </a:defRPr>
            </a:lvl7pPr>
            <a:lvl8pPr indent="0" lvl="7" marL="0" marR="0" rtl="0" algn="r">
              <a:spcBef>
                <a:spcPts val="0"/>
              </a:spcBef>
              <a:buNone/>
              <a:defRPr b="0" i="0" sz="700" u="none" cap="none" strike="noStrike">
                <a:solidFill>
                  <a:schemeClr val="accent2"/>
                </a:solidFill>
                <a:latin typeface="Work Sans"/>
                <a:ea typeface="Work Sans"/>
                <a:cs typeface="Work Sans"/>
                <a:sym typeface="Work Sans"/>
              </a:defRPr>
            </a:lvl8pPr>
            <a:lvl9pPr indent="0" lvl="8" marL="0" marR="0" rtl="0" algn="r">
              <a:spcBef>
                <a:spcPts val="0"/>
              </a:spcBef>
              <a:buNone/>
              <a:defRPr b="0" i="0" sz="700" u="none" cap="none" strike="noStrike">
                <a:solidFill>
                  <a:schemeClr val="accent2"/>
                </a:solidFill>
                <a:latin typeface="Work Sans"/>
                <a:ea typeface="Work Sans"/>
                <a:cs typeface="Work Sans"/>
                <a:sym typeface="Work Sans"/>
              </a:defRPr>
            </a:lvl9pPr>
          </a:lstStyle>
          <a:p>
            <a:pPr indent="0" lvl="0" marL="0" rtl="0" algn="r">
              <a:spcBef>
                <a:spcPts val="0"/>
              </a:spcBef>
              <a:spcAft>
                <a:spcPts val="0"/>
              </a:spcAft>
              <a:buNone/>
            </a:pPr>
            <a:fld id="{00000000-1234-1234-1234-123412341234}" type="slidenum">
              <a:rPr lang="sv-SE"/>
              <a:t>‹#›</a:t>
            </a:fld>
            <a:endParaRPr/>
          </a:p>
        </p:txBody>
      </p:sp>
      <p:pic>
        <p:nvPicPr>
          <p:cNvPr id="26" name="Google Shape;26;p12"/>
          <p:cNvPicPr preferRelativeResize="0"/>
          <p:nvPr/>
        </p:nvPicPr>
        <p:blipFill rotWithShape="1">
          <a:blip r:embed="rId1">
            <a:alphaModFix/>
          </a:blip>
          <a:srcRect b="0" l="0" r="0" t="0"/>
          <a:stretch/>
        </p:blipFill>
        <p:spPr>
          <a:xfrm>
            <a:off x="10838284" y="5633192"/>
            <a:ext cx="838515" cy="7971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type="ctrTitle"/>
          </p:nvPr>
        </p:nvSpPr>
        <p:spPr>
          <a:xfrm>
            <a:off x="1384801" y="3087275"/>
            <a:ext cx="9422400" cy="1654200"/>
          </a:xfrm>
          <a:prstGeom prst="rect">
            <a:avLst/>
          </a:prstGeom>
          <a:noFill/>
          <a:ln>
            <a:noFill/>
          </a:ln>
        </p:spPr>
        <p:txBody>
          <a:bodyPr anchorCtr="0" anchor="ctr" bIns="45700" lIns="91425" spcFirstLastPara="1" rIns="91425" wrap="square" tIns="108000">
            <a:noAutofit/>
          </a:bodyPr>
          <a:lstStyle/>
          <a:p>
            <a:pPr indent="0" lvl="0" marL="0" rtl="0" algn="ctr">
              <a:lnSpc>
                <a:spcPct val="80000"/>
              </a:lnSpc>
              <a:spcBef>
                <a:spcPts val="0"/>
              </a:spcBef>
              <a:spcAft>
                <a:spcPts val="0"/>
              </a:spcAft>
              <a:buClr>
                <a:schemeClr val="dk1"/>
              </a:buClr>
              <a:buSzPts val="4800"/>
              <a:buFont typeface="Work Sans"/>
              <a:buNone/>
            </a:pPr>
            <a:r>
              <a:rPr lang="sv-SE" sz="4200"/>
              <a:t>Easy Poll</a:t>
            </a:r>
            <a:endParaRPr sz="4200"/>
          </a:p>
        </p:txBody>
      </p:sp>
      <p:sp>
        <p:nvSpPr>
          <p:cNvPr id="127" name="Google Shape;127;p1"/>
          <p:cNvSpPr txBox="1"/>
          <p:nvPr>
            <p:ph idx="1" type="subTitle"/>
          </p:nvPr>
        </p:nvSpPr>
        <p:spPr>
          <a:xfrm>
            <a:off x="1708252" y="4741484"/>
            <a:ext cx="8957100" cy="1134600"/>
          </a:xfrm>
          <a:prstGeom prst="rect">
            <a:avLst/>
          </a:prstGeom>
          <a:noFill/>
          <a:ln>
            <a:noFill/>
          </a:ln>
        </p:spPr>
        <p:txBody>
          <a:bodyPr anchorCtr="0" anchor="t" bIns="45700" lIns="91425" spcFirstLastPara="1" rIns="91425" wrap="square" tIns="45700">
            <a:normAutofit/>
          </a:bodyPr>
          <a:lstStyle/>
          <a:p>
            <a:pPr indent="0" lvl="0" marL="0" rtl="0" algn="ctr">
              <a:lnSpc>
                <a:spcPct val="105999"/>
              </a:lnSpc>
              <a:spcBef>
                <a:spcPts val="0"/>
              </a:spcBef>
              <a:spcAft>
                <a:spcPts val="0"/>
              </a:spcAft>
              <a:buClr>
                <a:schemeClr val="dk1"/>
              </a:buClr>
              <a:buSzPts val="2000"/>
              <a:buNone/>
            </a:pPr>
            <a:r>
              <a:rPr lang="sv-SE"/>
              <a:t>Group 6: Yuanting Liu, Ruichen Qu, Minyu Chen, Laxmi Anukruti Vadali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b6c82b38ce_0_8"/>
          <p:cNvSpPr txBox="1"/>
          <p:nvPr>
            <p:ph type="title"/>
          </p:nvPr>
        </p:nvSpPr>
        <p:spPr>
          <a:xfrm>
            <a:off x="947750" y="836651"/>
            <a:ext cx="8196300" cy="4673700"/>
          </a:xfrm>
          <a:prstGeom prst="rect">
            <a:avLst/>
          </a:prstGeom>
          <a:noFill/>
          <a:ln>
            <a:noFill/>
          </a:ln>
        </p:spPr>
        <p:txBody>
          <a:bodyPr anchorCtr="0" anchor="t" bIns="45700" lIns="91425" spcFirstLastPara="1" rIns="91425" wrap="square" tIns="108000">
            <a:noAutofit/>
          </a:bodyPr>
          <a:lstStyle/>
          <a:p>
            <a:pPr indent="-387350" lvl="0" marL="457200" rtl="0" algn="l">
              <a:lnSpc>
                <a:spcPct val="150000"/>
              </a:lnSpc>
              <a:spcBef>
                <a:spcPts val="0"/>
              </a:spcBef>
              <a:spcAft>
                <a:spcPts val="0"/>
              </a:spcAft>
              <a:buClr>
                <a:srgbClr val="1155CC"/>
              </a:buClr>
              <a:buSzPts val="2500"/>
              <a:buChar char="●"/>
            </a:pPr>
            <a:r>
              <a:rPr lang="sv-SE" sz="3900">
                <a:solidFill>
                  <a:srgbClr val="1155CC"/>
                </a:solidFill>
              </a:rPr>
              <a:t>Introduction</a:t>
            </a:r>
            <a:endParaRPr sz="3900">
              <a:solidFill>
                <a:srgbClr val="1155CC"/>
              </a:solidFill>
            </a:endParaRPr>
          </a:p>
          <a:p>
            <a:pPr indent="-387350" lvl="0" marL="457200" rtl="0" algn="l">
              <a:lnSpc>
                <a:spcPct val="150000"/>
              </a:lnSpc>
              <a:spcBef>
                <a:spcPts val="0"/>
              </a:spcBef>
              <a:spcAft>
                <a:spcPts val="0"/>
              </a:spcAft>
              <a:buSzPts val="2500"/>
              <a:buChar char="●"/>
            </a:pPr>
            <a:r>
              <a:rPr lang="sv-SE" sz="3900"/>
              <a:t>Prototype</a:t>
            </a:r>
            <a:endParaRPr sz="3900"/>
          </a:p>
          <a:p>
            <a:pPr indent="-387350" lvl="0" marL="457200" rtl="0" algn="l">
              <a:lnSpc>
                <a:spcPct val="150000"/>
              </a:lnSpc>
              <a:spcBef>
                <a:spcPts val="0"/>
              </a:spcBef>
              <a:spcAft>
                <a:spcPts val="0"/>
              </a:spcAft>
              <a:buSzPts val="2500"/>
              <a:buChar char="●"/>
            </a:pPr>
            <a:r>
              <a:rPr lang="sv-SE" sz="3900"/>
              <a:t>Live </a:t>
            </a:r>
            <a:r>
              <a:rPr lang="sv-SE" sz="3900"/>
              <a:t>Demonstration</a:t>
            </a:r>
            <a:endParaRPr sz="3900"/>
          </a:p>
          <a:p>
            <a:pPr indent="-387350" lvl="0" marL="457200" rtl="0" algn="l">
              <a:lnSpc>
                <a:spcPct val="150000"/>
              </a:lnSpc>
              <a:spcBef>
                <a:spcPts val="0"/>
              </a:spcBef>
              <a:spcAft>
                <a:spcPts val="0"/>
              </a:spcAft>
              <a:buSzPts val="2500"/>
              <a:buChar char="●"/>
            </a:pPr>
            <a:r>
              <a:rPr lang="sv-SE" sz="3900"/>
              <a:t>Usability Test</a:t>
            </a:r>
            <a:endParaRPr sz="3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b6c82b38ce_0_46"/>
          <p:cNvSpPr txBox="1"/>
          <p:nvPr>
            <p:ph type="title"/>
          </p:nvPr>
        </p:nvSpPr>
        <p:spPr>
          <a:xfrm>
            <a:off x="947739" y="836613"/>
            <a:ext cx="8196300" cy="1311300"/>
          </a:xfrm>
          <a:prstGeom prst="rect">
            <a:avLst/>
          </a:prstGeom>
          <a:noFill/>
          <a:ln>
            <a:noFill/>
          </a:ln>
        </p:spPr>
        <p:txBody>
          <a:bodyPr anchorCtr="0" anchor="t" bIns="45700" lIns="91425" spcFirstLastPara="1" rIns="91425" wrap="square" tIns="108000">
            <a:noAutofit/>
          </a:bodyPr>
          <a:lstStyle/>
          <a:p>
            <a:pPr indent="0" lvl="0" marL="0" rtl="0" algn="l">
              <a:lnSpc>
                <a:spcPct val="120000"/>
              </a:lnSpc>
              <a:spcBef>
                <a:spcPts val="0"/>
              </a:spcBef>
              <a:spcAft>
                <a:spcPts val="0"/>
              </a:spcAft>
              <a:buClr>
                <a:schemeClr val="dk1"/>
              </a:buClr>
              <a:buSzPts val="3200"/>
              <a:buFont typeface="Work Sans"/>
              <a:buNone/>
            </a:pPr>
            <a:r>
              <a:rPr lang="sv-SE"/>
              <a:t>Context Assumptions</a:t>
            </a:r>
            <a:endParaRPr/>
          </a:p>
        </p:txBody>
      </p:sp>
      <p:pic>
        <p:nvPicPr>
          <p:cNvPr id="138" name="Google Shape;138;g3b6c82b38ce_0_46" title="QQ20260113-124705.png"/>
          <p:cNvPicPr preferRelativeResize="0"/>
          <p:nvPr>
            <p:ph idx="2" type="pic"/>
          </p:nvPr>
        </p:nvPicPr>
        <p:blipFill rotWithShape="1">
          <a:blip r:embed="rId3">
            <a:alphaModFix/>
          </a:blip>
          <a:srcRect b="1247" l="0" r="0" t="1257"/>
          <a:stretch/>
        </p:blipFill>
        <p:spPr>
          <a:xfrm>
            <a:off x="6089650" y="2035175"/>
            <a:ext cx="4559402" cy="2973301"/>
          </a:xfrm>
          <a:prstGeom prst="rect">
            <a:avLst/>
          </a:prstGeom>
          <a:noFill/>
          <a:ln>
            <a:noFill/>
          </a:ln>
        </p:spPr>
      </p:pic>
      <p:pic>
        <p:nvPicPr>
          <p:cNvPr id="139" name="Google Shape;139;g3b6c82b38ce_0_46" title="AdobeStock_92365513.jpeg"/>
          <p:cNvPicPr preferRelativeResize="0"/>
          <p:nvPr>
            <p:ph idx="3" type="pic"/>
          </p:nvPr>
        </p:nvPicPr>
        <p:blipFill rotWithShape="1">
          <a:blip r:embed="rId4">
            <a:alphaModFix/>
          </a:blip>
          <a:srcRect b="0" l="16912" r="16919" t="0"/>
          <a:stretch/>
        </p:blipFill>
        <p:spPr>
          <a:xfrm>
            <a:off x="947738" y="2024063"/>
            <a:ext cx="4572001" cy="2989200"/>
          </a:xfrm>
          <a:prstGeom prst="rect">
            <a:avLst/>
          </a:prstGeom>
          <a:noFill/>
          <a:ln>
            <a:noFill/>
          </a:ln>
        </p:spPr>
      </p:pic>
      <p:sp>
        <p:nvSpPr>
          <p:cNvPr id="140" name="Google Shape;140;g3b6c82b38ce_0_46"/>
          <p:cNvSpPr txBox="1"/>
          <p:nvPr>
            <p:ph idx="1" type="body"/>
          </p:nvPr>
        </p:nvSpPr>
        <p:spPr>
          <a:xfrm>
            <a:off x="947738" y="5192713"/>
            <a:ext cx="4572000" cy="906600"/>
          </a:xfrm>
          <a:prstGeom prst="rect">
            <a:avLst/>
          </a:prstGeom>
          <a:noFill/>
          <a:ln>
            <a:noFill/>
          </a:ln>
        </p:spPr>
        <p:txBody>
          <a:bodyPr anchorCtr="0" anchor="t" bIns="45700" lIns="91425" spcFirstLastPara="1" rIns="91425" wrap="square" tIns="45700">
            <a:noAutofit/>
          </a:bodyPr>
          <a:lstStyle/>
          <a:p>
            <a:pPr indent="-127000" lvl="0" marL="228600" rtl="0" algn="l">
              <a:lnSpc>
                <a:spcPct val="132500"/>
              </a:lnSpc>
              <a:spcBef>
                <a:spcPts val="0"/>
              </a:spcBef>
              <a:spcAft>
                <a:spcPts val="0"/>
              </a:spcAft>
              <a:buClr>
                <a:srgbClr val="595959"/>
              </a:buClr>
              <a:buSzPts val="1600"/>
              <a:buNone/>
            </a:pPr>
            <a:r>
              <a:rPr lang="sv-SE"/>
              <a:t>Quick quiz </a:t>
            </a:r>
            <a:endParaRPr/>
          </a:p>
          <a:p>
            <a:pPr indent="-127000" lvl="0" marL="228600" rtl="0" algn="l">
              <a:lnSpc>
                <a:spcPct val="132500"/>
              </a:lnSpc>
              <a:spcBef>
                <a:spcPts val="0"/>
              </a:spcBef>
              <a:spcAft>
                <a:spcPts val="0"/>
              </a:spcAft>
              <a:buClr>
                <a:srgbClr val="595959"/>
              </a:buClr>
              <a:buSzPts val="1600"/>
              <a:buNone/>
            </a:pPr>
            <a:r>
              <a:rPr lang="sv-SE"/>
              <a:t>Knowledge check</a:t>
            </a:r>
            <a:endParaRPr/>
          </a:p>
        </p:txBody>
      </p:sp>
      <p:sp>
        <p:nvSpPr>
          <p:cNvPr id="141" name="Google Shape;141;g3b6c82b38ce_0_46"/>
          <p:cNvSpPr txBox="1"/>
          <p:nvPr>
            <p:ph idx="4" type="body"/>
          </p:nvPr>
        </p:nvSpPr>
        <p:spPr>
          <a:xfrm>
            <a:off x="6089081" y="5192713"/>
            <a:ext cx="4572000" cy="906600"/>
          </a:xfrm>
          <a:prstGeom prst="rect">
            <a:avLst/>
          </a:prstGeom>
          <a:noFill/>
          <a:ln>
            <a:noFill/>
          </a:ln>
        </p:spPr>
        <p:txBody>
          <a:bodyPr anchorCtr="0" anchor="t" bIns="45700" lIns="91425" spcFirstLastPara="1" rIns="91425" wrap="square" tIns="45700">
            <a:noAutofit/>
          </a:bodyPr>
          <a:lstStyle/>
          <a:p>
            <a:pPr indent="-127000" lvl="0" marL="228600" rtl="0" algn="l">
              <a:lnSpc>
                <a:spcPct val="132500"/>
              </a:lnSpc>
              <a:spcBef>
                <a:spcPts val="0"/>
              </a:spcBef>
              <a:spcAft>
                <a:spcPts val="0"/>
              </a:spcAft>
              <a:buClr>
                <a:schemeClr val="dk1"/>
              </a:buClr>
              <a:buSzPts val="1100"/>
              <a:buFont typeface="Arial"/>
              <a:buNone/>
            </a:pPr>
            <a:r>
              <a:rPr lang="sv-SE"/>
              <a:t>Introductory quiz  </a:t>
            </a:r>
            <a:endParaRPr/>
          </a:p>
          <a:p>
            <a:pPr indent="-127000" lvl="0" marL="228600" rtl="0" algn="l">
              <a:lnSpc>
                <a:spcPct val="132500"/>
              </a:lnSpc>
              <a:spcBef>
                <a:spcPts val="0"/>
              </a:spcBef>
              <a:spcAft>
                <a:spcPts val="0"/>
              </a:spcAft>
              <a:buClr>
                <a:schemeClr val="dk1"/>
              </a:buClr>
              <a:buSzPts val="1100"/>
              <a:buFont typeface="Arial"/>
              <a:buNone/>
            </a:pPr>
            <a:r>
              <a:rPr lang="sv-SE"/>
              <a:t>Team-based quiz activity</a:t>
            </a:r>
            <a:endParaRPr/>
          </a:p>
          <a:p>
            <a:pPr indent="-127000" lvl="0" marL="228600" rtl="0" algn="l">
              <a:lnSpc>
                <a:spcPct val="132500"/>
              </a:lnSpc>
              <a:spcBef>
                <a:spcPts val="0"/>
              </a:spcBef>
              <a:spcAft>
                <a:spcPts val="0"/>
              </a:spcAft>
              <a:buClr>
                <a:schemeClr val="dk1"/>
              </a:buClr>
              <a:buSzPts val="1100"/>
              <a:buFont typeface="Arial"/>
              <a:buNone/>
            </a:pPr>
            <a:r>
              <a:t/>
            </a:r>
            <a:endParaRPr/>
          </a:p>
          <a:p>
            <a:pPr indent="-127000" lvl="0" marL="228600" rtl="0" algn="l">
              <a:lnSpc>
                <a:spcPct val="132500"/>
              </a:lnSpc>
              <a:spcBef>
                <a:spcPts val="0"/>
              </a:spcBef>
              <a:spcAft>
                <a:spcPts val="0"/>
              </a:spcAft>
              <a:buClr>
                <a:srgbClr val="595959"/>
              </a:buClr>
              <a:buSzPts val="16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b6c82b38ce_0_82"/>
          <p:cNvSpPr txBox="1"/>
          <p:nvPr>
            <p:ph type="title"/>
          </p:nvPr>
        </p:nvSpPr>
        <p:spPr>
          <a:xfrm>
            <a:off x="947738" y="836613"/>
            <a:ext cx="9473100" cy="716100"/>
          </a:xfrm>
          <a:prstGeom prst="rect">
            <a:avLst/>
          </a:prstGeom>
          <a:noFill/>
          <a:ln>
            <a:noFill/>
          </a:ln>
        </p:spPr>
        <p:txBody>
          <a:bodyPr anchorCtr="0" anchor="t" bIns="45700" lIns="91425" spcFirstLastPara="1" rIns="91425" wrap="square" tIns="108000">
            <a:noAutofit/>
          </a:bodyPr>
          <a:lstStyle/>
          <a:p>
            <a:pPr indent="0" lvl="0" marL="0" rtl="0" algn="l">
              <a:lnSpc>
                <a:spcPct val="120000"/>
              </a:lnSpc>
              <a:spcBef>
                <a:spcPts val="0"/>
              </a:spcBef>
              <a:spcAft>
                <a:spcPts val="0"/>
              </a:spcAft>
              <a:buClr>
                <a:schemeClr val="dk1"/>
              </a:buClr>
              <a:buSzPts val="3200"/>
              <a:buFont typeface="Work Sans"/>
              <a:buNone/>
            </a:pPr>
            <a:r>
              <a:rPr lang="sv-SE"/>
              <a:t>User assumptions</a:t>
            </a:r>
            <a:endParaRPr/>
          </a:p>
        </p:txBody>
      </p:sp>
      <p:sp>
        <p:nvSpPr>
          <p:cNvPr id="147" name="Google Shape;147;g3b6c82b38ce_0_82"/>
          <p:cNvSpPr txBox="1"/>
          <p:nvPr>
            <p:ph idx="1" type="body"/>
          </p:nvPr>
        </p:nvSpPr>
        <p:spPr>
          <a:xfrm>
            <a:off x="947738" y="1776413"/>
            <a:ext cx="9473100" cy="4245000"/>
          </a:xfrm>
          <a:prstGeom prst="rect">
            <a:avLst/>
          </a:prstGeom>
          <a:noFill/>
          <a:ln>
            <a:noFill/>
          </a:ln>
        </p:spPr>
        <p:txBody>
          <a:bodyPr anchorCtr="0" anchor="t" bIns="45700" lIns="91425" spcFirstLastPara="1" rIns="91425" wrap="square" tIns="45700">
            <a:noAutofit/>
          </a:bodyPr>
          <a:lstStyle/>
          <a:p>
            <a:pPr indent="-387350" lvl="0" marL="457200" rtl="0" algn="l">
              <a:lnSpc>
                <a:spcPct val="150000"/>
              </a:lnSpc>
              <a:spcBef>
                <a:spcPts val="0"/>
              </a:spcBef>
              <a:spcAft>
                <a:spcPts val="0"/>
              </a:spcAft>
              <a:buSzPts val="2500"/>
              <a:buChar char="•"/>
            </a:pPr>
            <a:r>
              <a:rPr lang="sv-SE" sz="2300"/>
              <a:t>Used by presenters and audience during the same session</a:t>
            </a:r>
            <a:endParaRPr sz="2300"/>
          </a:p>
          <a:p>
            <a:pPr indent="-387350" lvl="0" marL="457200" marR="0" rtl="0" algn="l">
              <a:lnSpc>
                <a:spcPct val="150000"/>
              </a:lnSpc>
              <a:spcBef>
                <a:spcPts val="0"/>
              </a:spcBef>
              <a:spcAft>
                <a:spcPts val="0"/>
              </a:spcAft>
              <a:buSzPts val="2500"/>
              <a:buChar char="•"/>
            </a:pPr>
            <a:r>
              <a:rPr lang="sv-SE" sz="2300"/>
              <a:t>Users have basic experience with smartphones or web applications</a:t>
            </a:r>
            <a:endParaRPr sz="2300"/>
          </a:p>
          <a:p>
            <a:pPr indent="-387350" lvl="0" marL="457200" marR="0" rtl="0" algn="l">
              <a:lnSpc>
                <a:spcPct val="150000"/>
              </a:lnSpc>
              <a:spcBef>
                <a:spcPts val="0"/>
              </a:spcBef>
              <a:spcAft>
                <a:spcPts val="0"/>
              </a:spcAft>
              <a:buSzPts val="2500"/>
              <a:buChar char="•"/>
            </a:pPr>
            <a:r>
              <a:rPr lang="sv-SE" sz="2300"/>
              <a:t>No prior training is required to use the system</a:t>
            </a:r>
            <a:endParaRPr sz="2300"/>
          </a:p>
          <a:p>
            <a:pPr indent="-387350" lvl="0" marL="457200" marR="0" rtl="0" algn="l">
              <a:lnSpc>
                <a:spcPct val="150000"/>
              </a:lnSpc>
              <a:spcBef>
                <a:spcPts val="0"/>
              </a:spcBef>
              <a:spcAft>
                <a:spcPts val="0"/>
              </a:spcAft>
              <a:buSzPts val="2500"/>
              <a:buChar char="•"/>
            </a:pPr>
            <a:r>
              <a:rPr lang="sv-SE" sz="2300"/>
              <a:t>Users can access the system on mobile devices or desktop computers</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b6c82b38ce_0_34"/>
          <p:cNvSpPr txBox="1"/>
          <p:nvPr>
            <p:ph type="title"/>
          </p:nvPr>
        </p:nvSpPr>
        <p:spPr>
          <a:xfrm>
            <a:off x="947750" y="836651"/>
            <a:ext cx="8196300" cy="4673700"/>
          </a:xfrm>
          <a:prstGeom prst="rect">
            <a:avLst/>
          </a:prstGeom>
          <a:noFill/>
          <a:ln>
            <a:noFill/>
          </a:ln>
        </p:spPr>
        <p:txBody>
          <a:bodyPr anchorCtr="0" anchor="t" bIns="45700" lIns="91425" spcFirstLastPara="1" rIns="91425" wrap="square" tIns="108000">
            <a:noAutofit/>
          </a:bodyPr>
          <a:lstStyle/>
          <a:p>
            <a:pPr indent="-387350" lvl="0" marL="457200" rtl="0" algn="l">
              <a:lnSpc>
                <a:spcPct val="150000"/>
              </a:lnSpc>
              <a:spcBef>
                <a:spcPts val="0"/>
              </a:spcBef>
              <a:spcAft>
                <a:spcPts val="0"/>
              </a:spcAft>
              <a:buSzPts val="2500"/>
              <a:buChar char="●"/>
            </a:pPr>
            <a:r>
              <a:rPr lang="sv-SE" sz="3900"/>
              <a:t>Introduction</a:t>
            </a:r>
            <a:endParaRPr sz="3900"/>
          </a:p>
          <a:p>
            <a:pPr indent="-387350" lvl="0" marL="457200" rtl="0" algn="l">
              <a:lnSpc>
                <a:spcPct val="150000"/>
              </a:lnSpc>
              <a:spcBef>
                <a:spcPts val="0"/>
              </a:spcBef>
              <a:spcAft>
                <a:spcPts val="0"/>
              </a:spcAft>
              <a:buClr>
                <a:srgbClr val="1155CC"/>
              </a:buClr>
              <a:buSzPts val="2500"/>
              <a:buChar char="●"/>
            </a:pPr>
            <a:r>
              <a:rPr lang="sv-SE" sz="3900">
                <a:solidFill>
                  <a:srgbClr val="1155CC"/>
                </a:solidFill>
              </a:rPr>
              <a:t>Prototype</a:t>
            </a:r>
            <a:endParaRPr sz="3900">
              <a:solidFill>
                <a:srgbClr val="1155CC"/>
              </a:solidFill>
            </a:endParaRPr>
          </a:p>
          <a:p>
            <a:pPr indent="-387350" lvl="0" marL="457200" rtl="0" algn="l">
              <a:lnSpc>
                <a:spcPct val="150000"/>
              </a:lnSpc>
              <a:spcBef>
                <a:spcPts val="0"/>
              </a:spcBef>
              <a:spcAft>
                <a:spcPts val="0"/>
              </a:spcAft>
              <a:buSzPts val="2500"/>
              <a:buChar char="●"/>
            </a:pPr>
            <a:r>
              <a:rPr lang="sv-SE" sz="3900"/>
              <a:t>Live Demonstration</a:t>
            </a:r>
            <a:endParaRPr sz="3900"/>
          </a:p>
          <a:p>
            <a:pPr indent="-387350" lvl="0" marL="457200" rtl="0" algn="l">
              <a:lnSpc>
                <a:spcPct val="150000"/>
              </a:lnSpc>
              <a:spcBef>
                <a:spcPts val="0"/>
              </a:spcBef>
              <a:spcAft>
                <a:spcPts val="0"/>
              </a:spcAft>
              <a:buSzPts val="2500"/>
              <a:buChar char="●"/>
            </a:pPr>
            <a:r>
              <a:rPr lang="sv-SE" sz="3900"/>
              <a:t>Usability Test</a:t>
            </a:r>
            <a:endParaRPr sz="3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g3b6c82b38ce_1_1"/>
          <p:cNvPicPr preferRelativeResize="0"/>
          <p:nvPr/>
        </p:nvPicPr>
        <p:blipFill>
          <a:blip r:embed="rId3">
            <a:alphaModFix/>
          </a:blip>
          <a:stretch>
            <a:fillRect/>
          </a:stretch>
        </p:blipFill>
        <p:spPr>
          <a:xfrm>
            <a:off x="1981200" y="1028700"/>
            <a:ext cx="8229600" cy="4800600"/>
          </a:xfrm>
          <a:prstGeom prst="rect">
            <a:avLst/>
          </a:prstGeom>
          <a:noFill/>
          <a:ln>
            <a:noFill/>
          </a:ln>
        </p:spPr>
      </p:pic>
      <p:sp>
        <p:nvSpPr>
          <p:cNvPr id="158" name="Google Shape;158;g3b6c82b38ce_1_1"/>
          <p:cNvSpPr txBox="1"/>
          <p:nvPr/>
        </p:nvSpPr>
        <p:spPr>
          <a:xfrm>
            <a:off x="469100" y="177225"/>
            <a:ext cx="35520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Prototype—Main Page</a:t>
            </a:r>
            <a:endParaRPr b="1" sz="1800">
              <a:solidFill>
                <a:srgbClr val="595959"/>
              </a:solidFill>
              <a:latin typeface="Work Sans"/>
              <a:ea typeface="Work Sans"/>
              <a:cs typeface="Work Sans"/>
              <a:sym typeface="Wor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g3b6c82b38ce_1_6"/>
          <p:cNvPicPr preferRelativeResize="0"/>
          <p:nvPr/>
        </p:nvPicPr>
        <p:blipFill>
          <a:blip r:embed="rId3">
            <a:alphaModFix/>
          </a:blip>
          <a:stretch>
            <a:fillRect/>
          </a:stretch>
        </p:blipFill>
        <p:spPr>
          <a:xfrm>
            <a:off x="1981200" y="1028700"/>
            <a:ext cx="8229600" cy="4800600"/>
          </a:xfrm>
          <a:prstGeom prst="rect">
            <a:avLst/>
          </a:prstGeom>
          <a:noFill/>
          <a:ln>
            <a:noFill/>
          </a:ln>
        </p:spPr>
      </p:pic>
      <p:sp>
        <p:nvSpPr>
          <p:cNvPr id="164" name="Google Shape;164;g3b6c82b38ce_1_6"/>
          <p:cNvSpPr txBox="1"/>
          <p:nvPr/>
        </p:nvSpPr>
        <p:spPr>
          <a:xfrm>
            <a:off x="469100" y="177225"/>
            <a:ext cx="38769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Prototype—Create Page</a:t>
            </a:r>
            <a:endParaRPr b="1" sz="1800">
              <a:solidFill>
                <a:srgbClr val="595959"/>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3b6c82b38ce_1_11"/>
          <p:cNvPicPr preferRelativeResize="0"/>
          <p:nvPr/>
        </p:nvPicPr>
        <p:blipFill>
          <a:blip r:embed="rId3">
            <a:alphaModFix/>
          </a:blip>
          <a:stretch>
            <a:fillRect/>
          </a:stretch>
        </p:blipFill>
        <p:spPr>
          <a:xfrm>
            <a:off x="1981200" y="1028700"/>
            <a:ext cx="8229600" cy="4800600"/>
          </a:xfrm>
          <a:prstGeom prst="rect">
            <a:avLst/>
          </a:prstGeom>
          <a:noFill/>
          <a:ln>
            <a:noFill/>
          </a:ln>
        </p:spPr>
      </p:pic>
      <p:sp>
        <p:nvSpPr>
          <p:cNvPr id="170" name="Google Shape;170;g3b6c82b38ce_1_11"/>
          <p:cNvSpPr txBox="1"/>
          <p:nvPr/>
        </p:nvSpPr>
        <p:spPr>
          <a:xfrm>
            <a:off x="469100" y="177225"/>
            <a:ext cx="38451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Prototype—Profile Page</a:t>
            </a:r>
            <a:endParaRPr b="1" sz="1800">
              <a:solidFill>
                <a:srgbClr val="595959"/>
              </a:solidFill>
              <a:latin typeface="Work Sans"/>
              <a:ea typeface="Work Sans"/>
              <a:cs typeface="Work Sans"/>
              <a:sym typeface="Work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3b6c82b38ce_1_16"/>
          <p:cNvPicPr preferRelativeResize="0"/>
          <p:nvPr/>
        </p:nvPicPr>
        <p:blipFill>
          <a:blip r:embed="rId3">
            <a:alphaModFix/>
          </a:blip>
          <a:stretch>
            <a:fillRect/>
          </a:stretch>
        </p:blipFill>
        <p:spPr>
          <a:xfrm>
            <a:off x="152400" y="1373350"/>
            <a:ext cx="11887201" cy="3946922"/>
          </a:xfrm>
          <a:prstGeom prst="rect">
            <a:avLst/>
          </a:prstGeom>
          <a:noFill/>
          <a:ln>
            <a:noFill/>
          </a:ln>
        </p:spPr>
      </p:pic>
      <p:sp>
        <p:nvSpPr>
          <p:cNvPr id="176" name="Google Shape;176;g3b6c82b38ce_1_16"/>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a:t>
            </a:r>
            <a:r>
              <a:rPr b="1" lang="sv-SE" sz="1800">
                <a:solidFill>
                  <a:srgbClr val="595959"/>
                </a:solidFill>
                <a:latin typeface="Work Sans"/>
                <a:ea typeface="Work Sans"/>
                <a:cs typeface="Work Sans"/>
                <a:sym typeface="Work Sans"/>
              </a:rPr>
              <a:t>—User</a:t>
            </a:r>
            <a:r>
              <a:rPr b="1" lang="sv-SE" sz="1800">
                <a:solidFill>
                  <a:srgbClr val="595959"/>
                </a:solidFill>
                <a:latin typeface="Work Sans"/>
                <a:ea typeface="Work Sans"/>
                <a:cs typeface="Work Sans"/>
                <a:sym typeface="Work Sans"/>
              </a:rPr>
              <a:t> View (J</a:t>
            </a:r>
            <a:r>
              <a:rPr b="1" lang="sv-SE" sz="1800">
                <a:solidFill>
                  <a:srgbClr val="595959"/>
                </a:solidFill>
                <a:latin typeface="Work Sans"/>
                <a:ea typeface="Work Sans"/>
                <a:cs typeface="Work Sans"/>
                <a:sym typeface="Work Sans"/>
              </a:rPr>
              <a:t>oin + Play</a:t>
            </a:r>
            <a:r>
              <a:rPr b="1" lang="sv-SE" sz="1800">
                <a:solidFill>
                  <a:srgbClr val="595959"/>
                </a:solidFill>
                <a:latin typeface="Work Sans"/>
                <a:ea typeface="Work Sans"/>
                <a:cs typeface="Work Sans"/>
                <a:sym typeface="Work Sans"/>
              </a:rPr>
              <a:t> + Result + Profile)</a:t>
            </a:r>
            <a:endParaRPr b="1" sz="1800">
              <a:solidFill>
                <a:srgbClr val="595959"/>
              </a:solidFill>
              <a:latin typeface="Work Sans"/>
              <a:ea typeface="Work Sans"/>
              <a:cs typeface="Work Sans"/>
              <a:sym typeface="Work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3b6c82b38ce_1_24"/>
          <p:cNvPicPr preferRelativeResize="0"/>
          <p:nvPr/>
        </p:nvPicPr>
        <p:blipFill>
          <a:blip r:embed="rId3">
            <a:alphaModFix/>
          </a:blip>
          <a:stretch>
            <a:fillRect/>
          </a:stretch>
        </p:blipFill>
        <p:spPr>
          <a:xfrm>
            <a:off x="5974438" y="1035096"/>
            <a:ext cx="5943598" cy="3134325"/>
          </a:xfrm>
          <a:prstGeom prst="rect">
            <a:avLst/>
          </a:prstGeom>
          <a:noFill/>
          <a:ln>
            <a:noFill/>
          </a:ln>
        </p:spPr>
      </p:pic>
      <p:pic>
        <p:nvPicPr>
          <p:cNvPr id="182" name="Google Shape;182;g3b6c82b38ce_1_24"/>
          <p:cNvPicPr preferRelativeResize="0"/>
          <p:nvPr/>
        </p:nvPicPr>
        <p:blipFill>
          <a:blip r:embed="rId4">
            <a:alphaModFix/>
          </a:blip>
          <a:stretch>
            <a:fillRect/>
          </a:stretch>
        </p:blipFill>
        <p:spPr>
          <a:xfrm>
            <a:off x="369113" y="1035100"/>
            <a:ext cx="5373130" cy="3134326"/>
          </a:xfrm>
          <a:prstGeom prst="rect">
            <a:avLst/>
          </a:prstGeom>
          <a:noFill/>
          <a:ln>
            <a:noFill/>
          </a:ln>
        </p:spPr>
      </p:pic>
      <p:sp>
        <p:nvSpPr>
          <p:cNvPr id="183" name="Google Shape;183;g3b6c82b38ce_1_24"/>
          <p:cNvSpPr txBox="1"/>
          <p:nvPr/>
        </p:nvSpPr>
        <p:spPr>
          <a:xfrm>
            <a:off x="2290350" y="4934200"/>
            <a:ext cx="7611300" cy="11022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Delete the ‘History’ button</a:t>
            </a:r>
            <a:endParaRPr sz="1600">
              <a:solidFill>
                <a:srgbClr val="595959"/>
              </a:solidFill>
              <a:latin typeface="Work Sans"/>
              <a:ea typeface="Work Sans"/>
              <a:cs typeface="Work Sans"/>
              <a:sym typeface="Work Sans"/>
            </a:endParaRPr>
          </a:p>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Make the two main functions more obvious → easy and quick start</a:t>
            </a:r>
            <a:endParaRPr sz="1600">
              <a:solidFill>
                <a:srgbClr val="595959"/>
              </a:solidFill>
              <a:latin typeface="Work Sans"/>
              <a:ea typeface="Work Sans"/>
              <a:cs typeface="Work Sans"/>
              <a:sym typeface="Work Sans"/>
            </a:endParaRPr>
          </a:p>
        </p:txBody>
      </p:sp>
      <p:sp>
        <p:nvSpPr>
          <p:cNvPr id="184" name="Google Shape;184;g3b6c82b38ce_1_24"/>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 VS Final System</a:t>
            </a:r>
            <a:endParaRPr b="1" sz="1800">
              <a:solidFill>
                <a:srgbClr val="595959"/>
              </a:solidFill>
              <a:latin typeface="Work Sans"/>
              <a:ea typeface="Work Sans"/>
              <a:cs typeface="Work Sans"/>
              <a:sym typeface="Work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b6e3af8443_2_12"/>
          <p:cNvSpPr txBox="1"/>
          <p:nvPr/>
        </p:nvSpPr>
        <p:spPr>
          <a:xfrm>
            <a:off x="4136550" y="4934200"/>
            <a:ext cx="3918900" cy="11022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Replace ‘Save’ with ‘Run poll’</a:t>
            </a:r>
            <a:endParaRPr sz="1600">
              <a:solidFill>
                <a:srgbClr val="595959"/>
              </a:solidFill>
              <a:latin typeface="Work Sans"/>
              <a:ea typeface="Work Sans"/>
              <a:cs typeface="Work Sans"/>
              <a:sym typeface="Work Sans"/>
            </a:endParaRPr>
          </a:p>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Allow </a:t>
            </a:r>
            <a:r>
              <a:rPr lang="sv-SE" sz="1600">
                <a:solidFill>
                  <a:srgbClr val="595959"/>
                </a:solidFill>
                <a:latin typeface="Work Sans"/>
                <a:ea typeface="Work Sans"/>
                <a:cs typeface="Work Sans"/>
                <a:sym typeface="Work Sans"/>
              </a:rPr>
              <a:t>flexible</a:t>
            </a:r>
            <a:r>
              <a:rPr lang="sv-SE" sz="1600">
                <a:solidFill>
                  <a:srgbClr val="595959"/>
                </a:solidFill>
                <a:latin typeface="Work Sans"/>
                <a:ea typeface="Work Sans"/>
                <a:cs typeface="Work Sans"/>
                <a:sym typeface="Work Sans"/>
              </a:rPr>
              <a:t> option amounts</a:t>
            </a:r>
            <a:endParaRPr sz="1600">
              <a:solidFill>
                <a:srgbClr val="595959"/>
              </a:solidFill>
              <a:latin typeface="Work Sans"/>
              <a:ea typeface="Work Sans"/>
              <a:cs typeface="Work Sans"/>
              <a:sym typeface="Work Sans"/>
            </a:endParaRPr>
          </a:p>
        </p:txBody>
      </p:sp>
      <p:sp>
        <p:nvSpPr>
          <p:cNvPr id="190" name="Google Shape;190;g3b6e3af8443_2_12"/>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 VS Final System</a:t>
            </a:r>
            <a:endParaRPr b="1" sz="1800">
              <a:solidFill>
                <a:srgbClr val="595959"/>
              </a:solidFill>
              <a:latin typeface="Work Sans"/>
              <a:ea typeface="Work Sans"/>
              <a:cs typeface="Work Sans"/>
              <a:sym typeface="Work Sans"/>
            </a:endParaRPr>
          </a:p>
        </p:txBody>
      </p:sp>
      <p:pic>
        <p:nvPicPr>
          <p:cNvPr id="191" name="Google Shape;191;g3b6e3af8443_2_12"/>
          <p:cNvPicPr preferRelativeResize="0"/>
          <p:nvPr/>
        </p:nvPicPr>
        <p:blipFill>
          <a:blip r:embed="rId3">
            <a:alphaModFix/>
          </a:blip>
          <a:stretch>
            <a:fillRect/>
          </a:stretch>
        </p:blipFill>
        <p:spPr>
          <a:xfrm>
            <a:off x="263175" y="1028700"/>
            <a:ext cx="5373130" cy="3134326"/>
          </a:xfrm>
          <a:prstGeom prst="rect">
            <a:avLst/>
          </a:prstGeom>
          <a:noFill/>
          <a:ln>
            <a:noFill/>
          </a:ln>
        </p:spPr>
      </p:pic>
      <p:pic>
        <p:nvPicPr>
          <p:cNvPr id="192" name="Google Shape;192;g3b6e3af8443_2_12"/>
          <p:cNvPicPr preferRelativeResize="0"/>
          <p:nvPr/>
        </p:nvPicPr>
        <p:blipFill>
          <a:blip r:embed="rId4">
            <a:alphaModFix/>
          </a:blip>
          <a:stretch>
            <a:fillRect/>
          </a:stretch>
        </p:blipFill>
        <p:spPr>
          <a:xfrm>
            <a:off x="5812505" y="1003450"/>
            <a:ext cx="6044969" cy="3184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b6e3af8443_2_24"/>
          <p:cNvSpPr txBox="1"/>
          <p:nvPr/>
        </p:nvSpPr>
        <p:spPr>
          <a:xfrm>
            <a:off x="3617700" y="5450775"/>
            <a:ext cx="4956600" cy="11022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Host view → Monitor the poll in real time</a:t>
            </a:r>
            <a:endParaRPr sz="1600">
              <a:solidFill>
                <a:srgbClr val="595959"/>
              </a:solidFill>
              <a:latin typeface="Work Sans"/>
              <a:ea typeface="Work Sans"/>
              <a:cs typeface="Work Sans"/>
              <a:sym typeface="Work Sans"/>
            </a:endParaRPr>
          </a:p>
        </p:txBody>
      </p:sp>
      <p:sp>
        <p:nvSpPr>
          <p:cNvPr id="198" name="Google Shape;198;g3b6e3af8443_2_24"/>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 VS Final System</a:t>
            </a:r>
            <a:endParaRPr b="1" sz="1800">
              <a:solidFill>
                <a:srgbClr val="595959"/>
              </a:solidFill>
              <a:latin typeface="Work Sans"/>
              <a:ea typeface="Work Sans"/>
              <a:cs typeface="Work Sans"/>
              <a:sym typeface="Work Sans"/>
            </a:endParaRPr>
          </a:p>
        </p:txBody>
      </p:sp>
      <p:pic>
        <p:nvPicPr>
          <p:cNvPr id="199" name="Google Shape;199;g3b6e3af8443_2_24"/>
          <p:cNvPicPr preferRelativeResize="0"/>
          <p:nvPr/>
        </p:nvPicPr>
        <p:blipFill>
          <a:blip r:embed="rId3">
            <a:alphaModFix/>
          </a:blip>
          <a:stretch>
            <a:fillRect/>
          </a:stretch>
        </p:blipFill>
        <p:spPr>
          <a:xfrm>
            <a:off x="1621800" y="971088"/>
            <a:ext cx="7868902" cy="4184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b6e3af8443_2_33"/>
          <p:cNvSpPr txBox="1"/>
          <p:nvPr/>
        </p:nvSpPr>
        <p:spPr>
          <a:xfrm>
            <a:off x="3263850" y="5937875"/>
            <a:ext cx="5664300" cy="486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Add a Lobby page </a:t>
            </a:r>
            <a:r>
              <a:rPr lang="sv-SE" sz="1600">
                <a:solidFill>
                  <a:srgbClr val="595959"/>
                </a:solidFill>
                <a:latin typeface="Work Sans"/>
                <a:ea typeface="Work Sans"/>
                <a:cs typeface="Work Sans"/>
                <a:sym typeface="Work Sans"/>
              </a:rPr>
              <a:t>after</a:t>
            </a:r>
            <a:r>
              <a:rPr lang="sv-SE" sz="1600">
                <a:solidFill>
                  <a:srgbClr val="595959"/>
                </a:solidFill>
                <a:latin typeface="Work Sans"/>
                <a:ea typeface="Work Sans"/>
                <a:cs typeface="Work Sans"/>
                <a:sym typeface="Work Sans"/>
              </a:rPr>
              <a:t> entering the Game PIN</a:t>
            </a:r>
            <a:endParaRPr sz="1600">
              <a:solidFill>
                <a:srgbClr val="595959"/>
              </a:solidFill>
              <a:latin typeface="Work Sans"/>
              <a:ea typeface="Work Sans"/>
              <a:cs typeface="Work Sans"/>
              <a:sym typeface="Work Sans"/>
            </a:endParaRPr>
          </a:p>
          <a:p>
            <a:pPr indent="0" lvl="0" marL="457200" rtl="0" algn="l">
              <a:spcBef>
                <a:spcPts val="0"/>
              </a:spcBef>
              <a:spcAft>
                <a:spcPts val="0"/>
              </a:spcAft>
              <a:buNone/>
            </a:pPr>
            <a:r>
              <a:t/>
            </a:r>
            <a:endParaRPr sz="1600">
              <a:solidFill>
                <a:srgbClr val="595959"/>
              </a:solidFill>
              <a:latin typeface="Work Sans"/>
              <a:ea typeface="Work Sans"/>
              <a:cs typeface="Work Sans"/>
              <a:sym typeface="Work Sans"/>
            </a:endParaRPr>
          </a:p>
        </p:txBody>
      </p:sp>
      <p:sp>
        <p:nvSpPr>
          <p:cNvPr id="205" name="Google Shape;205;g3b6e3af8443_2_33"/>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 VS Final System</a:t>
            </a:r>
            <a:endParaRPr b="1" sz="1800">
              <a:solidFill>
                <a:srgbClr val="595959"/>
              </a:solidFill>
              <a:latin typeface="Work Sans"/>
              <a:ea typeface="Work Sans"/>
              <a:cs typeface="Work Sans"/>
              <a:sym typeface="Work Sans"/>
            </a:endParaRPr>
          </a:p>
        </p:txBody>
      </p:sp>
      <p:pic>
        <p:nvPicPr>
          <p:cNvPr id="206" name="Google Shape;206;g3b6e3af8443_2_33"/>
          <p:cNvPicPr preferRelativeResize="0"/>
          <p:nvPr/>
        </p:nvPicPr>
        <p:blipFill>
          <a:blip r:embed="rId3">
            <a:alphaModFix/>
          </a:blip>
          <a:stretch>
            <a:fillRect/>
          </a:stretch>
        </p:blipFill>
        <p:spPr>
          <a:xfrm>
            <a:off x="1956263" y="684600"/>
            <a:ext cx="2249100" cy="4875949"/>
          </a:xfrm>
          <a:prstGeom prst="rect">
            <a:avLst/>
          </a:prstGeom>
          <a:noFill/>
          <a:ln>
            <a:noFill/>
          </a:ln>
        </p:spPr>
      </p:pic>
      <p:pic>
        <p:nvPicPr>
          <p:cNvPr id="207" name="Google Shape;207;g3b6e3af8443_2_33"/>
          <p:cNvPicPr preferRelativeResize="0"/>
          <p:nvPr/>
        </p:nvPicPr>
        <p:blipFill>
          <a:blip r:embed="rId4">
            <a:alphaModFix/>
          </a:blip>
          <a:stretch>
            <a:fillRect/>
          </a:stretch>
        </p:blipFill>
        <p:spPr>
          <a:xfrm>
            <a:off x="5545317" y="684600"/>
            <a:ext cx="2277782" cy="4875948"/>
          </a:xfrm>
          <a:prstGeom prst="rect">
            <a:avLst/>
          </a:prstGeom>
          <a:noFill/>
          <a:ln>
            <a:noFill/>
          </a:ln>
        </p:spPr>
      </p:pic>
      <p:pic>
        <p:nvPicPr>
          <p:cNvPr id="208" name="Google Shape;208;g3b6e3af8443_2_33"/>
          <p:cNvPicPr preferRelativeResize="0"/>
          <p:nvPr/>
        </p:nvPicPr>
        <p:blipFill>
          <a:blip r:embed="rId5">
            <a:alphaModFix/>
          </a:blip>
          <a:stretch>
            <a:fillRect/>
          </a:stretch>
        </p:blipFill>
        <p:spPr>
          <a:xfrm>
            <a:off x="7957975" y="684600"/>
            <a:ext cx="2277775" cy="489327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b6e3af8443_2_46"/>
          <p:cNvSpPr txBox="1"/>
          <p:nvPr/>
        </p:nvSpPr>
        <p:spPr>
          <a:xfrm>
            <a:off x="2597700" y="5755100"/>
            <a:ext cx="6996600" cy="486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Display a countdown timer when the admin sets a time limit</a:t>
            </a:r>
            <a:endParaRPr sz="1600">
              <a:solidFill>
                <a:srgbClr val="595959"/>
              </a:solidFill>
              <a:latin typeface="Work Sans"/>
              <a:ea typeface="Work Sans"/>
              <a:cs typeface="Work Sans"/>
              <a:sym typeface="Work Sans"/>
            </a:endParaRPr>
          </a:p>
          <a:p>
            <a:pPr indent="-330200" lvl="0" marL="4572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Show ranking at the end of the game, not just the results</a:t>
            </a:r>
            <a:endParaRPr sz="1600">
              <a:solidFill>
                <a:srgbClr val="595959"/>
              </a:solidFill>
              <a:latin typeface="Work Sans"/>
              <a:ea typeface="Work Sans"/>
              <a:cs typeface="Work Sans"/>
              <a:sym typeface="Work Sans"/>
            </a:endParaRPr>
          </a:p>
          <a:p>
            <a:pPr indent="0" lvl="0" marL="457200" rtl="0" algn="l">
              <a:spcBef>
                <a:spcPts val="0"/>
              </a:spcBef>
              <a:spcAft>
                <a:spcPts val="0"/>
              </a:spcAft>
              <a:buNone/>
            </a:pPr>
            <a:r>
              <a:t/>
            </a:r>
            <a:endParaRPr sz="1600">
              <a:solidFill>
                <a:srgbClr val="595959"/>
              </a:solidFill>
              <a:latin typeface="Work Sans"/>
              <a:ea typeface="Work Sans"/>
              <a:cs typeface="Work Sans"/>
              <a:sym typeface="Work Sans"/>
            </a:endParaRPr>
          </a:p>
        </p:txBody>
      </p:sp>
      <p:sp>
        <p:nvSpPr>
          <p:cNvPr id="214" name="Google Shape;214;g3b6e3af8443_2_46"/>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 VS Final System</a:t>
            </a:r>
            <a:endParaRPr b="1" sz="1800">
              <a:solidFill>
                <a:srgbClr val="595959"/>
              </a:solidFill>
              <a:latin typeface="Work Sans"/>
              <a:ea typeface="Work Sans"/>
              <a:cs typeface="Work Sans"/>
              <a:sym typeface="Work Sans"/>
            </a:endParaRPr>
          </a:p>
        </p:txBody>
      </p:sp>
      <p:pic>
        <p:nvPicPr>
          <p:cNvPr id="215" name="Google Shape;215;g3b6e3af8443_2_46"/>
          <p:cNvPicPr preferRelativeResize="0"/>
          <p:nvPr/>
        </p:nvPicPr>
        <p:blipFill>
          <a:blip r:embed="rId3">
            <a:alphaModFix/>
          </a:blip>
          <a:stretch>
            <a:fillRect/>
          </a:stretch>
        </p:blipFill>
        <p:spPr>
          <a:xfrm>
            <a:off x="420875" y="969549"/>
            <a:ext cx="2017928" cy="4374745"/>
          </a:xfrm>
          <a:prstGeom prst="rect">
            <a:avLst/>
          </a:prstGeom>
          <a:noFill/>
          <a:ln>
            <a:noFill/>
          </a:ln>
        </p:spPr>
      </p:pic>
      <p:pic>
        <p:nvPicPr>
          <p:cNvPr id="216" name="Google Shape;216;g3b6e3af8443_2_46"/>
          <p:cNvPicPr preferRelativeResize="0"/>
          <p:nvPr/>
        </p:nvPicPr>
        <p:blipFill>
          <a:blip r:embed="rId4">
            <a:alphaModFix/>
          </a:blip>
          <a:stretch>
            <a:fillRect/>
          </a:stretch>
        </p:blipFill>
        <p:spPr>
          <a:xfrm>
            <a:off x="2563192" y="969549"/>
            <a:ext cx="2017928" cy="4374749"/>
          </a:xfrm>
          <a:prstGeom prst="rect">
            <a:avLst/>
          </a:prstGeom>
          <a:noFill/>
          <a:ln>
            <a:noFill/>
          </a:ln>
        </p:spPr>
      </p:pic>
      <p:pic>
        <p:nvPicPr>
          <p:cNvPr id="217" name="Google Shape;217;g3b6e3af8443_2_46"/>
          <p:cNvPicPr preferRelativeResize="0"/>
          <p:nvPr/>
        </p:nvPicPr>
        <p:blipFill>
          <a:blip r:embed="rId5">
            <a:alphaModFix/>
          </a:blip>
          <a:stretch>
            <a:fillRect/>
          </a:stretch>
        </p:blipFill>
        <p:spPr>
          <a:xfrm>
            <a:off x="5416614" y="1004843"/>
            <a:ext cx="2035525" cy="4332012"/>
          </a:xfrm>
          <a:prstGeom prst="rect">
            <a:avLst/>
          </a:prstGeom>
          <a:noFill/>
          <a:ln>
            <a:noFill/>
          </a:ln>
        </p:spPr>
      </p:pic>
      <p:pic>
        <p:nvPicPr>
          <p:cNvPr id="218" name="Google Shape;218;g3b6e3af8443_2_46"/>
          <p:cNvPicPr preferRelativeResize="0"/>
          <p:nvPr/>
        </p:nvPicPr>
        <p:blipFill>
          <a:blip r:embed="rId6">
            <a:alphaModFix/>
          </a:blip>
          <a:stretch>
            <a:fillRect/>
          </a:stretch>
        </p:blipFill>
        <p:spPr>
          <a:xfrm>
            <a:off x="7576113" y="997415"/>
            <a:ext cx="2035521" cy="4346874"/>
          </a:xfrm>
          <a:prstGeom prst="rect">
            <a:avLst/>
          </a:prstGeom>
          <a:noFill/>
          <a:ln>
            <a:noFill/>
          </a:ln>
        </p:spPr>
      </p:pic>
      <p:pic>
        <p:nvPicPr>
          <p:cNvPr id="219" name="Google Shape;219;g3b6e3af8443_2_46"/>
          <p:cNvPicPr preferRelativeResize="0"/>
          <p:nvPr/>
        </p:nvPicPr>
        <p:blipFill>
          <a:blip r:embed="rId7">
            <a:alphaModFix/>
          </a:blip>
          <a:stretch>
            <a:fillRect/>
          </a:stretch>
        </p:blipFill>
        <p:spPr>
          <a:xfrm>
            <a:off x="9735600" y="997300"/>
            <a:ext cx="2035525" cy="43850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b6e3af8443_2_63"/>
          <p:cNvSpPr txBox="1"/>
          <p:nvPr/>
        </p:nvSpPr>
        <p:spPr>
          <a:xfrm>
            <a:off x="2597700" y="5818675"/>
            <a:ext cx="6996600" cy="486600"/>
          </a:xfrm>
          <a:prstGeom prst="rect">
            <a:avLst/>
          </a:prstGeom>
          <a:noFill/>
          <a:ln>
            <a:noFill/>
          </a:ln>
        </p:spPr>
        <p:txBody>
          <a:bodyPr anchorCtr="0" anchor="t" bIns="91425" lIns="91425" spcFirstLastPara="1" rIns="91425" wrap="square" tIns="91425">
            <a:noAutofit/>
          </a:bodyPr>
          <a:lstStyle/>
          <a:p>
            <a:pPr indent="-330200" lvl="0" marL="9144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Do not store quiz history</a:t>
            </a:r>
            <a:endParaRPr sz="1600">
              <a:solidFill>
                <a:srgbClr val="595959"/>
              </a:solidFill>
              <a:latin typeface="Work Sans"/>
              <a:ea typeface="Work Sans"/>
              <a:cs typeface="Work Sans"/>
              <a:sym typeface="Work Sans"/>
            </a:endParaRPr>
          </a:p>
          <a:p>
            <a:pPr indent="-330200" lvl="0" marL="914400" rtl="0" algn="l">
              <a:spcBef>
                <a:spcPts val="0"/>
              </a:spcBef>
              <a:spcAft>
                <a:spcPts val="0"/>
              </a:spcAft>
              <a:buClr>
                <a:srgbClr val="595959"/>
              </a:buClr>
              <a:buSzPts val="1600"/>
              <a:buFont typeface="Work Sans"/>
              <a:buChar char="●"/>
            </a:pPr>
            <a:r>
              <a:rPr lang="sv-SE" sz="1600">
                <a:solidFill>
                  <a:srgbClr val="595959"/>
                </a:solidFill>
                <a:latin typeface="Work Sans"/>
                <a:ea typeface="Work Sans"/>
                <a:cs typeface="Work Sans"/>
                <a:sym typeface="Work Sans"/>
              </a:rPr>
              <a:t>Remove the email field as login is not required</a:t>
            </a:r>
            <a:endParaRPr sz="1600">
              <a:solidFill>
                <a:srgbClr val="595959"/>
              </a:solidFill>
              <a:latin typeface="Work Sans"/>
              <a:ea typeface="Work Sans"/>
              <a:cs typeface="Work Sans"/>
              <a:sym typeface="Work Sans"/>
            </a:endParaRPr>
          </a:p>
        </p:txBody>
      </p:sp>
      <p:sp>
        <p:nvSpPr>
          <p:cNvPr id="225" name="Google Shape;225;g3b6e3af8443_2_63"/>
          <p:cNvSpPr txBox="1"/>
          <p:nvPr/>
        </p:nvSpPr>
        <p:spPr>
          <a:xfrm>
            <a:off x="469100" y="177225"/>
            <a:ext cx="76113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800">
                <a:solidFill>
                  <a:srgbClr val="595959"/>
                </a:solidFill>
                <a:latin typeface="Work Sans"/>
                <a:ea typeface="Work Sans"/>
                <a:cs typeface="Work Sans"/>
                <a:sym typeface="Work Sans"/>
              </a:rPr>
              <a:t>Initial Prototype VS Final System</a:t>
            </a:r>
            <a:endParaRPr b="1" sz="1800">
              <a:solidFill>
                <a:srgbClr val="595959"/>
              </a:solidFill>
              <a:latin typeface="Work Sans"/>
              <a:ea typeface="Work Sans"/>
              <a:cs typeface="Work Sans"/>
              <a:sym typeface="Work Sans"/>
            </a:endParaRPr>
          </a:p>
        </p:txBody>
      </p:sp>
      <p:pic>
        <p:nvPicPr>
          <p:cNvPr id="226" name="Google Shape;226;g3b6e3af8443_2_63"/>
          <p:cNvPicPr preferRelativeResize="0"/>
          <p:nvPr/>
        </p:nvPicPr>
        <p:blipFill>
          <a:blip r:embed="rId3">
            <a:alphaModFix/>
          </a:blip>
          <a:stretch>
            <a:fillRect/>
          </a:stretch>
        </p:blipFill>
        <p:spPr>
          <a:xfrm>
            <a:off x="525925" y="1488725"/>
            <a:ext cx="1584224" cy="3434493"/>
          </a:xfrm>
          <a:prstGeom prst="rect">
            <a:avLst/>
          </a:prstGeom>
          <a:noFill/>
          <a:ln>
            <a:noFill/>
          </a:ln>
        </p:spPr>
      </p:pic>
      <p:pic>
        <p:nvPicPr>
          <p:cNvPr id="227" name="Google Shape;227;g3b6e3af8443_2_63"/>
          <p:cNvPicPr preferRelativeResize="0"/>
          <p:nvPr/>
        </p:nvPicPr>
        <p:blipFill>
          <a:blip r:embed="rId4">
            <a:alphaModFix/>
          </a:blip>
          <a:stretch>
            <a:fillRect/>
          </a:stretch>
        </p:blipFill>
        <p:spPr>
          <a:xfrm>
            <a:off x="2233999" y="1716812"/>
            <a:ext cx="5105700" cy="2978325"/>
          </a:xfrm>
          <a:prstGeom prst="rect">
            <a:avLst/>
          </a:prstGeom>
          <a:noFill/>
          <a:ln>
            <a:noFill/>
          </a:ln>
        </p:spPr>
      </p:pic>
      <p:pic>
        <p:nvPicPr>
          <p:cNvPr id="228" name="Google Shape;228;g3b6e3af8443_2_63"/>
          <p:cNvPicPr preferRelativeResize="0"/>
          <p:nvPr/>
        </p:nvPicPr>
        <p:blipFill>
          <a:blip r:embed="rId5">
            <a:alphaModFix/>
          </a:blip>
          <a:stretch>
            <a:fillRect/>
          </a:stretch>
        </p:blipFill>
        <p:spPr>
          <a:xfrm>
            <a:off x="8401275" y="368375"/>
            <a:ext cx="2551951" cy="5450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b6c82b38ce_0_38"/>
          <p:cNvSpPr txBox="1"/>
          <p:nvPr>
            <p:ph type="title"/>
          </p:nvPr>
        </p:nvSpPr>
        <p:spPr>
          <a:xfrm>
            <a:off x="947750" y="836651"/>
            <a:ext cx="8196300" cy="4673700"/>
          </a:xfrm>
          <a:prstGeom prst="rect">
            <a:avLst/>
          </a:prstGeom>
          <a:noFill/>
          <a:ln>
            <a:noFill/>
          </a:ln>
        </p:spPr>
        <p:txBody>
          <a:bodyPr anchorCtr="0" anchor="t" bIns="45700" lIns="91425" spcFirstLastPara="1" rIns="91425" wrap="square" tIns="108000">
            <a:noAutofit/>
          </a:bodyPr>
          <a:lstStyle/>
          <a:p>
            <a:pPr indent="-387350" lvl="0" marL="457200" rtl="0" algn="l">
              <a:lnSpc>
                <a:spcPct val="150000"/>
              </a:lnSpc>
              <a:spcBef>
                <a:spcPts val="0"/>
              </a:spcBef>
              <a:spcAft>
                <a:spcPts val="0"/>
              </a:spcAft>
              <a:buSzPts val="2500"/>
              <a:buChar char="●"/>
            </a:pPr>
            <a:r>
              <a:rPr lang="sv-SE" sz="3900"/>
              <a:t>Introduction</a:t>
            </a:r>
            <a:endParaRPr sz="3900"/>
          </a:p>
          <a:p>
            <a:pPr indent="-387350" lvl="0" marL="457200" rtl="0" algn="l">
              <a:lnSpc>
                <a:spcPct val="150000"/>
              </a:lnSpc>
              <a:spcBef>
                <a:spcPts val="0"/>
              </a:spcBef>
              <a:spcAft>
                <a:spcPts val="0"/>
              </a:spcAft>
              <a:buSzPts val="2500"/>
              <a:buChar char="●"/>
            </a:pPr>
            <a:r>
              <a:rPr lang="sv-SE" sz="3900"/>
              <a:t>Prototype</a:t>
            </a:r>
            <a:endParaRPr sz="3900"/>
          </a:p>
          <a:p>
            <a:pPr indent="-387350" lvl="0" marL="457200" rtl="0" algn="l">
              <a:lnSpc>
                <a:spcPct val="150000"/>
              </a:lnSpc>
              <a:spcBef>
                <a:spcPts val="0"/>
              </a:spcBef>
              <a:spcAft>
                <a:spcPts val="0"/>
              </a:spcAft>
              <a:buClr>
                <a:srgbClr val="1155CC"/>
              </a:buClr>
              <a:buSzPts val="2500"/>
              <a:buChar char="●"/>
            </a:pPr>
            <a:r>
              <a:rPr lang="sv-SE" sz="3900">
                <a:solidFill>
                  <a:srgbClr val="1155CC"/>
                </a:solidFill>
              </a:rPr>
              <a:t>Live Demonstration</a:t>
            </a:r>
            <a:endParaRPr sz="3900">
              <a:solidFill>
                <a:srgbClr val="1155CC"/>
              </a:solidFill>
            </a:endParaRPr>
          </a:p>
          <a:p>
            <a:pPr indent="-387350" lvl="0" marL="457200" rtl="0" algn="l">
              <a:lnSpc>
                <a:spcPct val="150000"/>
              </a:lnSpc>
              <a:spcBef>
                <a:spcPts val="0"/>
              </a:spcBef>
              <a:spcAft>
                <a:spcPts val="0"/>
              </a:spcAft>
              <a:buSzPts val="2500"/>
              <a:buChar char="●"/>
            </a:pPr>
            <a:r>
              <a:rPr lang="sv-SE" sz="3900"/>
              <a:t>Usability Test</a:t>
            </a:r>
            <a:endParaRPr sz="3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b6c82b38ce_1_29"/>
          <p:cNvSpPr txBox="1"/>
          <p:nvPr/>
        </p:nvSpPr>
        <p:spPr>
          <a:xfrm>
            <a:off x="3704112" y="1811749"/>
            <a:ext cx="4783800" cy="1723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sv-SE" sz="11200">
                <a:solidFill>
                  <a:srgbClr val="1155CC"/>
                </a:solidFill>
                <a:latin typeface="Bebas Neue"/>
                <a:ea typeface="Bebas Neue"/>
                <a:cs typeface="Bebas Neue"/>
                <a:sym typeface="Bebas Neue"/>
              </a:rPr>
              <a:t>Demo</a:t>
            </a:r>
            <a:endParaRPr sz="700">
              <a:solidFill>
                <a:srgbClr val="1155CC"/>
              </a:solidFill>
            </a:endParaRPr>
          </a:p>
        </p:txBody>
      </p:sp>
      <p:sp>
        <p:nvSpPr>
          <p:cNvPr id="239" name="Google Shape;239;g3b6c82b38ce_1_29"/>
          <p:cNvSpPr txBox="1"/>
          <p:nvPr/>
        </p:nvSpPr>
        <p:spPr>
          <a:xfrm>
            <a:off x="4085704" y="3535544"/>
            <a:ext cx="40206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sv-SE" sz="2800">
                <a:latin typeface="Bebas Neue"/>
                <a:ea typeface="Bebas Neue"/>
                <a:cs typeface="Bebas Neue"/>
                <a:sym typeface="Bebas Neue"/>
              </a:rPr>
              <a:t>A quick demo of the SYSTEM</a:t>
            </a:r>
            <a:endParaRPr sz="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b6c82b38ce_0_42"/>
          <p:cNvSpPr txBox="1"/>
          <p:nvPr>
            <p:ph type="title"/>
          </p:nvPr>
        </p:nvSpPr>
        <p:spPr>
          <a:xfrm>
            <a:off x="947750" y="836651"/>
            <a:ext cx="8196300" cy="4673700"/>
          </a:xfrm>
          <a:prstGeom prst="rect">
            <a:avLst/>
          </a:prstGeom>
          <a:noFill/>
          <a:ln>
            <a:noFill/>
          </a:ln>
        </p:spPr>
        <p:txBody>
          <a:bodyPr anchorCtr="0" anchor="t" bIns="45700" lIns="91425" spcFirstLastPara="1" rIns="91425" wrap="square" tIns="108000">
            <a:noAutofit/>
          </a:bodyPr>
          <a:lstStyle/>
          <a:p>
            <a:pPr indent="-387350" lvl="0" marL="457200" rtl="0" algn="l">
              <a:lnSpc>
                <a:spcPct val="150000"/>
              </a:lnSpc>
              <a:spcBef>
                <a:spcPts val="0"/>
              </a:spcBef>
              <a:spcAft>
                <a:spcPts val="0"/>
              </a:spcAft>
              <a:buSzPts val="2500"/>
              <a:buChar char="●"/>
            </a:pPr>
            <a:r>
              <a:rPr lang="sv-SE" sz="3900"/>
              <a:t>Introduction</a:t>
            </a:r>
            <a:endParaRPr sz="3900"/>
          </a:p>
          <a:p>
            <a:pPr indent="-387350" lvl="0" marL="457200" rtl="0" algn="l">
              <a:lnSpc>
                <a:spcPct val="150000"/>
              </a:lnSpc>
              <a:spcBef>
                <a:spcPts val="0"/>
              </a:spcBef>
              <a:spcAft>
                <a:spcPts val="0"/>
              </a:spcAft>
              <a:buSzPts val="2500"/>
              <a:buChar char="●"/>
            </a:pPr>
            <a:r>
              <a:rPr lang="sv-SE" sz="3900"/>
              <a:t>Prototype</a:t>
            </a:r>
            <a:endParaRPr sz="3900"/>
          </a:p>
          <a:p>
            <a:pPr indent="-387350" lvl="0" marL="457200" rtl="0" algn="l">
              <a:lnSpc>
                <a:spcPct val="150000"/>
              </a:lnSpc>
              <a:spcBef>
                <a:spcPts val="0"/>
              </a:spcBef>
              <a:spcAft>
                <a:spcPts val="0"/>
              </a:spcAft>
              <a:buSzPts val="2500"/>
              <a:buChar char="●"/>
            </a:pPr>
            <a:r>
              <a:rPr lang="sv-SE" sz="3900"/>
              <a:t>Live Demonstration</a:t>
            </a:r>
            <a:endParaRPr sz="3900"/>
          </a:p>
          <a:p>
            <a:pPr indent="-387350" lvl="0" marL="457200" rtl="0" algn="l">
              <a:lnSpc>
                <a:spcPct val="150000"/>
              </a:lnSpc>
              <a:spcBef>
                <a:spcPts val="0"/>
              </a:spcBef>
              <a:spcAft>
                <a:spcPts val="0"/>
              </a:spcAft>
              <a:buClr>
                <a:srgbClr val="1155CC"/>
              </a:buClr>
              <a:buSzPts val="2500"/>
              <a:buChar char="●"/>
            </a:pPr>
            <a:r>
              <a:rPr lang="sv-SE" sz="3900">
                <a:solidFill>
                  <a:srgbClr val="1155CC"/>
                </a:solidFill>
              </a:rPr>
              <a:t>Usability Test</a:t>
            </a:r>
            <a:endParaRPr sz="3900">
              <a:solidFill>
                <a:srgbClr val="1155C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b6e3af8443_3_11"/>
          <p:cNvSpPr txBox="1"/>
          <p:nvPr>
            <p:ph type="title"/>
          </p:nvPr>
        </p:nvSpPr>
        <p:spPr>
          <a:xfrm>
            <a:off x="947738" y="836613"/>
            <a:ext cx="9473100" cy="716100"/>
          </a:xfrm>
          <a:prstGeom prst="rect">
            <a:avLst/>
          </a:prstGeom>
          <a:noFill/>
          <a:ln>
            <a:noFill/>
          </a:ln>
        </p:spPr>
        <p:txBody>
          <a:bodyPr anchorCtr="0" anchor="t" bIns="45700" lIns="91425" spcFirstLastPara="1" rIns="91425" wrap="square" tIns="108000">
            <a:noAutofit/>
          </a:bodyPr>
          <a:lstStyle/>
          <a:p>
            <a:pPr indent="0" lvl="0" marL="0" rtl="0" algn="l">
              <a:lnSpc>
                <a:spcPct val="120000"/>
              </a:lnSpc>
              <a:spcBef>
                <a:spcPts val="0"/>
              </a:spcBef>
              <a:spcAft>
                <a:spcPts val="0"/>
              </a:spcAft>
              <a:buClr>
                <a:schemeClr val="dk1"/>
              </a:buClr>
              <a:buSzPts val="3200"/>
              <a:buFont typeface="Work Sans"/>
              <a:buNone/>
            </a:pPr>
            <a:r>
              <a:rPr lang="sv-SE"/>
              <a:t>Usability Test Overview</a:t>
            </a:r>
            <a:endParaRPr/>
          </a:p>
        </p:txBody>
      </p:sp>
      <p:sp>
        <p:nvSpPr>
          <p:cNvPr id="250" name="Google Shape;250;g3b6e3af8443_3_11"/>
          <p:cNvSpPr txBox="1"/>
          <p:nvPr>
            <p:ph idx="1" type="body"/>
          </p:nvPr>
        </p:nvSpPr>
        <p:spPr>
          <a:xfrm>
            <a:off x="947738" y="1776413"/>
            <a:ext cx="9473100" cy="4245000"/>
          </a:xfrm>
          <a:prstGeom prst="rect">
            <a:avLst/>
          </a:prstGeom>
          <a:noFill/>
          <a:ln>
            <a:noFill/>
          </a:ln>
        </p:spPr>
        <p:txBody>
          <a:bodyPr anchorCtr="0" anchor="t" bIns="45700" lIns="91425" spcFirstLastPara="1" rIns="91425" wrap="square" tIns="45700">
            <a:noAutofit/>
          </a:bodyPr>
          <a:lstStyle/>
          <a:p>
            <a:pPr indent="-406400" lvl="0" marL="457200" rtl="0" algn="l">
              <a:lnSpc>
                <a:spcPct val="150000"/>
              </a:lnSpc>
              <a:spcBef>
                <a:spcPts val="0"/>
              </a:spcBef>
              <a:spcAft>
                <a:spcPts val="0"/>
              </a:spcAft>
              <a:buSzPts val="2800"/>
              <a:buChar char="•"/>
            </a:pPr>
            <a:r>
              <a:rPr lang="sv-SE" sz="2600"/>
              <a:t>4 participants</a:t>
            </a:r>
            <a:endParaRPr sz="2600"/>
          </a:p>
          <a:p>
            <a:pPr indent="-406400" lvl="0" marL="457200" marR="0" rtl="0" algn="l">
              <a:lnSpc>
                <a:spcPct val="150000"/>
              </a:lnSpc>
              <a:spcBef>
                <a:spcPts val="0"/>
              </a:spcBef>
              <a:spcAft>
                <a:spcPts val="0"/>
              </a:spcAft>
              <a:buSzPts val="2800"/>
              <a:buChar char="•"/>
            </a:pPr>
            <a:r>
              <a:rPr lang="sv-SE" sz="2600"/>
              <a:t>Desktop and mobile-sized interfaces</a:t>
            </a:r>
            <a:endParaRPr sz="2600"/>
          </a:p>
          <a:p>
            <a:pPr indent="-406400" lvl="0" marL="457200" marR="0" rtl="0" algn="l">
              <a:lnSpc>
                <a:spcPct val="150000"/>
              </a:lnSpc>
              <a:spcBef>
                <a:spcPts val="0"/>
              </a:spcBef>
              <a:spcAft>
                <a:spcPts val="0"/>
              </a:spcAft>
              <a:buSzPts val="2800"/>
              <a:buChar char="•"/>
            </a:pPr>
            <a:r>
              <a:rPr lang="sv-SE" sz="2600"/>
              <a:t>Participants acted as both presenter and audience</a:t>
            </a:r>
            <a:endParaRPr sz="2600"/>
          </a:p>
          <a:p>
            <a:pPr indent="-406400" lvl="0" marL="457200" marR="0" rtl="0" algn="l">
              <a:lnSpc>
                <a:spcPct val="150000"/>
              </a:lnSpc>
              <a:spcBef>
                <a:spcPts val="0"/>
              </a:spcBef>
              <a:spcAft>
                <a:spcPts val="0"/>
              </a:spcAft>
              <a:buSzPts val="2800"/>
              <a:buChar char="•"/>
            </a:pPr>
            <a:r>
              <a:rPr lang="sv-SE" sz="2600"/>
              <a:t>Core tasks: editing profile, creating, joining, and participating in polls</a:t>
            </a:r>
            <a:endParaRPr sz="2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b6e3af8443_3_24"/>
          <p:cNvSpPr txBox="1"/>
          <p:nvPr>
            <p:ph type="title"/>
          </p:nvPr>
        </p:nvSpPr>
        <p:spPr>
          <a:xfrm>
            <a:off x="947738" y="836613"/>
            <a:ext cx="9473100" cy="716100"/>
          </a:xfrm>
          <a:prstGeom prst="rect">
            <a:avLst/>
          </a:prstGeom>
          <a:noFill/>
          <a:ln>
            <a:noFill/>
          </a:ln>
        </p:spPr>
        <p:txBody>
          <a:bodyPr anchorCtr="0" anchor="t" bIns="45700" lIns="91425" spcFirstLastPara="1" rIns="91425" wrap="square" tIns="108000">
            <a:noAutofit/>
          </a:bodyPr>
          <a:lstStyle/>
          <a:p>
            <a:pPr indent="0" lvl="0" marL="0" rtl="0" algn="l">
              <a:lnSpc>
                <a:spcPct val="120000"/>
              </a:lnSpc>
              <a:spcBef>
                <a:spcPts val="0"/>
              </a:spcBef>
              <a:spcAft>
                <a:spcPts val="0"/>
              </a:spcAft>
              <a:buClr>
                <a:schemeClr val="dk1"/>
              </a:buClr>
              <a:buSzPts val="3200"/>
              <a:buFont typeface="Work Sans"/>
              <a:buNone/>
            </a:pPr>
            <a:r>
              <a:rPr lang="sv-SE"/>
              <a:t>Key Findings</a:t>
            </a:r>
            <a:endParaRPr/>
          </a:p>
        </p:txBody>
      </p:sp>
      <p:sp>
        <p:nvSpPr>
          <p:cNvPr id="256" name="Google Shape;256;g3b6e3af8443_3_24"/>
          <p:cNvSpPr txBox="1"/>
          <p:nvPr>
            <p:ph idx="1" type="body"/>
          </p:nvPr>
        </p:nvSpPr>
        <p:spPr>
          <a:xfrm>
            <a:off x="947738" y="1776413"/>
            <a:ext cx="9473100" cy="4245000"/>
          </a:xfrm>
          <a:prstGeom prst="rect">
            <a:avLst/>
          </a:prstGeom>
          <a:noFill/>
          <a:ln>
            <a:noFill/>
          </a:ln>
        </p:spPr>
        <p:txBody>
          <a:bodyPr anchorCtr="0" anchor="t" bIns="45700" lIns="91425" spcFirstLastPara="1" rIns="91425" wrap="square" tIns="45700">
            <a:noAutofit/>
          </a:bodyPr>
          <a:lstStyle/>
          <a:p>
            <a:pPr indent="-406400" lvl="0" marL="457200" rtl="0" algn="l">
              <a:lnSpc>
                <a:spcPct val="150000"/>
              </a:lnSpc>
              <a:spcBef>
                <a:spcPts val="0"/>
              </a:spcBef>
              <a:spcAft>
                <a:spcPts val="0"/>
              </a:spcAft>
              <a:buSzPts val="2800"/>
              <a:buChar char="•"/>
            </a:pPr>
            <a:r>
              <a:rPr lang="sv-SE" sz="2600"/>
              <a:t>Core tasks were completed successfully on both web and mobile</a:t>
            </a:r>
            <a:endParaRPr sz="2600"/>
          </a:p>
          <a:p>
            <a:pPr indent="-406400" lvl="0" marL="457200" marR="0" rtl="0" algn="l">
              <a:lnSpc>
                <a:spcPct val="150000"/>
              </a:lnSpc>
              <a:spcBef>
                <a:spcPts val="0"/>
              </a:spcBef>
              <a:spcAft>
                <a:spcPts val="0"/>
              </a:spcAft>
              <a:buSzPts val="2800"/>
              <a:buChar char="•"/>
            </a:pPr>
            <a:r>
              <a:rPr lang="sv-SE" sz="2600"/>
              <a:t>Web interface was immediately understandable</a:t>
            </a:r>
            <a:endParaRPr sz="2600"/>
          </a:p>
          <a:p>
            <a:pPr indent="-406400" lvl="0" marL="457200" marR="0" rtl="0" algn="l">
              <a:lnSpc>
                <a:spcPct val="150000"/>
              </a:lnSpc>
              <a:spcBef>
                <a:spcPts val="0"/>
              </a:spcBef>
              <a:spcAft>
                <a:spcPts val="0"/>
              </a:spcAft>
              <a:buSzPts val="2800"/>
              <a:buChar char="•"/>
            </a:pPr>
            <a:r>
              <a:rPr lang="sv-SE" sz="2600"/>
              <a:t>Mobile interface showed visibility issues on the start view</a:t>
            </a:r>
            <a:endParaRPr sz="2600"/>
          </a:p>
          <a:p>
            <a:pPr indent="-406400" lvl="0" marL="457200" marR="0" rtl="0" algn="l">
              <a:lnSpc>
                <a:spcPct val="150000"/>
              </a:lnSpc>
              <a:spcBef>
                <a:spcPts val="0"/>
              </a:spcBef>
              <a:spcAft>
                <a:spcPts val="0"/>
              </a:spcAft>
              <a:buSzPts val="2800"/>
              <a:buChar char="•"/>
            </a:pPr>
            <a:r>
              <a:rPr lang="sv-SE" sz="2600"/>
              <a:t>Some confusion during poll creation and timed transitions</a:t>
            </a:r>
            <a:endParaRPr sz="2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b6e3af8443_3_35"/>
          <p:cNvSpPr txBox="1"/>
          <p:nvPr>
            <p:ph type="title"/>
          </p:nvPr>
        </p:nvSpPr>
        <p:spPr>
          <a:xfrm>
            <a:off x="947738" y="836613"/>
            <a:ext cx="9473100" cy="716100"/>
          </a:xfrm>
          <a:prstGeom prst="rect">
            <a:avLst/>
          </a:prstGeom>
          <a:noFill/>
          <a:ln>
            <a:noFill/>
          </a:ln>
        </p:spPr>
        <p:txBody>
          <a:bodyPr anchorCtr="0" anchor="t" bIns="45700" lIns="91425" spcFirstLastPara="1" rIns="91425" wrap="square" tIns="108000">
            <a:noAutofit/>
          </a:bodyPr>
          <a:lstStyle/>
          <a:p>
            <a:pPr indent="0" lvl="0" marL="0" rtl="0" algn="l">
              <a:lnSpc>
                <a:spcPct val="120000"/>
              </a:lnSpc>
              <a:spcBef>
                <a:spcPts val="0"/>
              </a:spcBef>
              <a:spcAft>
                <a:spcPts val="0"/>
              </a:spcAft>
              <a:buClr>
                <a:schemeClr val="dk1"/>
              </a:buClr>
              <a:buSzPts val="3200"/>
              <a:buFont typeface="Work Sans"/>
              <a:buNone/>
            </a:pPr>
            <a:r>
              <a:rPr lang="sv-SE"/>
              <a:t>Possible Improvements</a:t>
            </a:r>
            <a:endParaRPr/>
          </a:p>
        </p:txBody>
      </p:sp>
      <p:sp>
        <p:nvSpPr>
          <p:cNvPr id="262" name="Google Shape;262;g3b6e3af8443_3_35"/>
          <p:cNvSpPr txBox="1"/>
          <p:nvPr>
            <p:ph idx="1" type="body"/>
          </p:nvPr>
        </p:nvSpPr>
        <p:spPr>
          <a:xfrm>
            <a:off x="947738" y="1776413"/>
            <a:ext cx="9473100" cy="4245000"/>
          </a:xfrm>
          <a:prstGeom prst="rect">
            <a:avLst/>
          </a:prstGeom>
          <a:noFill/>
          <a:ln>
            <a:noFill/>
          </a:ln>
        </p:spPr>
        <p:txBody>
          <a:bodyPr anchorCtr="0" anchor="t" bIns="45700" lIns="91425" spcFirstLastPara="1" rIns="91425" wrap="square" tIns="45700">
            <a:noAutofit/>
          </a:bodyPr>
          <a:lstStyle/>
          <a:p>
            <a:pPr indent="-406400" lvl="0" marL="457200" rtl="0" algn="l">
              <a:lnSpc>
                <a:spcPct val="150000"/>
              </a:lnSpc>
              <a:spcBef>
                <a:spcPts val="0"/>
              </a:spcBef>
              <a:spcAft>
                <a:spcPts val="0"/>
              </a:spcAft>
              <a:buSzPts val="2800"/>
              <a:buChar char="•"/>
            </a:pPr>
            <a:r>
              <a:rPr lang="sv-SE" sz="2600"/>
              <a:t>Improve visibility of main actions on mobile</a:t>
            </a:r>
            <a:endParaRPr sz="2600"/>
          </a:p>
          <a:p>
            <a:pPr indent="-406400" lvl="0" marL="457200" marR="0" rtl="0" algn="l">
              <a:lnSpc>
                <a:spcPct val="150000"/>
              </a:lnSpc>
              <a:spcBef>
                <a:spcPts val="0"/>
              </a:spcBef>
              <a:spcAft>
                <a:spcPts val="0"/>
              </a:spcAft>
              <a:buSzPts val="2800"/>
              <a:buChar char="•"/>
            </a:pPr>
            <a:r>
              <a:rPr lang="sv-SE" sz="2600"/>
              <a:t>Support more flexible question creation, including multiple-choice questions, image-based questions, and image options</a:t>
            </a:r>
            <a:endParaRPr sz="2600"/>
          </a:p>
          <a:p>
            <a:pPr indent="-406400" lvl="0" marL="457200" marR="0" rtl="0" algn="l">
              <a:lnSpc>
                <a:spcPct val="150000"/>
              </a:lnSpc>
              <a:spcBef>
                <a:spcPts val="0"/>
              </a:spcBef>
              <a:spcAft>
                <a:spcPts val="0"/>
              </a:spcAft>
              <a:buSzPts val="2800"/>
              <a:buChar char="•"/>
            </a:pPr>
            <a:r>
              <a:rPr lang="sv-SE" sz="2600"/>
              <a:t>Provide clearer feedback during timed transitions</a:t>
            </a:r>
            <a:endParaRPr sz="2600"/>
          </a:p>
          <a:p>
            <a:pPr indent="-393700" lvl="0" marL="457200" marR="0" rtl="0" algn="l">
              <a:lnSpc>
                <a:spcPct val="150000"/>
              </a:lnSpc>
              <a:spcBef>
                <a:spcPts val="0"/>
              </a:spcBef>
              <a:spcAft>
                <a:spcPts val="0"/>
              </a:spcAft>
              <a:buSzPts val="2600"/>
              <a:buChar char="•"/>
            </a:pPr>
            <a:r>
              <a:rPr lang="sv-SE" sz="2600"/>
              <a:t>Offer user history and past quiz records for review</a:t>
            </a:r>
            <a:endParaRPr sz="2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b6c82b38ce_0_3"/>
          <p:cNvSpPr txBox="1"/>
          <p:nvPr>
            <p:ph idx="1" type="body"/>
          </p:nvPr>
        </p:nvSpPr>
        <p:spPr>
          <a:xfrm>
            <a:off x="2063850" y="2772850"/>
            <a:ext cx="8805000" cy="1136100"/>
          </a:xfrm>
          <a:prstGeom prst="rect">
            <a:avLst/>
          </a:prstGeom>
          <a:noFill/>
          <a:ln>
            <a:noFill/>
          </a:ln>
        </p:spPr>
        <p:txBody>
          <a:bodyPr anchorCtr="0" anchor="t" bIns="45700" lIns="91425" spcFirstLastPara="1" rIns="91425" wrap="square" tIns="45700">
            <a:noAutofit/>
          </a:bodyPr>
          <a:lstStyle/>
          <a:p>
            <a:pPr indent="-127000" lvl="0" marL="228600" rtl="0" algn="l">
              <a:lnSpc>
                <a:spcPct val="132500"/>
              </a:lnSpc>
              <a:spcBef>
                <a:spcPts val="0"/>
              </a:spcBef>
              <a:spcAft>
                <a:spcPts val="0"/>
              </a:spcAft>
              <a:buClr>
                <a:srgbClr val="595959"/>
              </a:buClr>
              <a:buSzPts val="1600"/>
              <a:buNone/>
            </a:pPr>
            <a:r>
              <a:rPr lang="sv-SE" sz="4800"/>
              <a:t>Thanks for your listening！</a:t>
            </a:r>
            <a:endParaRPr sz="4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U-tema VIT">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U-tema VIT">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2024-03-08T11:57:24Z</dcterms:created>
  <dc:creator>Microsoft Office User</dc:creator>
</cp:coreProperties>
</file>